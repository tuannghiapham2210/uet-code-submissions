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7099300" cy="10234613"/>
  <p:embeddedFontLst>
    <p:embeddedFont>
      <p:font typeface="Helvetica Neue" charset="0"/>
      <p:regular r:id="rId20"/>
      <p:bold r:id="rId21"/>
      <p:italic r:id="rId22"/>
      <p:boldItalic r:id="rId23"/>
    </p:embeddedFont>
    <p:embeddedFont>
      <p:font typeface="Calibri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Advanced algorithms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</a:t>
            </a:r>
            <a:r>
              <a:rPr lang="en-US" sz="2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science department</a:t>
            </a:r>
            <a:endParaRPr dirty="0"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1" u="none" strike="noStrike" cap="none" dirty="0">
              <a:solidFill>
                <a:srgbClr val="89898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914400" y="2133600"/>
            <a:ext cx="7162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and conquer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AutoNum type="arabicPeriod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</p:txBody>
      </p:sp>
      <p:sp>
        <p:nvSpPr>
          <p:cNvPr id="107" name="Google Shape;107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55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the counting Fibonacci problem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 numbers are defined recursively: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0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1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i-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i-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for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&gt;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/>
          </a:p>
          <a:p>
            <a:pPr marL="11430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naïve recursive algorithm: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&lt;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k;</a:t>
            </a:r>
            <a:endParaRPr sz="20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		else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 + BinaryFib(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-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Analyzing the Binary Recursion Fibonacci Algorithm</a:t>
            </a:r>
            <a:endParaRPr/>
          </a:p>
        </p:txBody>
      </p:sp>
      <p:sp>
        <p:nvSpPr>
          <p:cNvPr id="114" name="Google Shape;114;p1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 number of recursive calls made by BinaryFib(k).  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 + 1 + 1 = 3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3 + 1 + 1 = 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5 + 3 + 1 = 9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9 + 5 + 1 = 15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15 + 9 + 1 = 25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25 + 15 + 1 = 41	</a:t>
            </a:r>
            <a:endParaRPr/>
          </a:p>
          <a:p>
            <a:pPr marL="742950" marR="0" lvl="1" indent="-285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41 + 25 + 1 = 67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2413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➢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 n</a:t>
            </a:r>
            <a:r>
              <a:rPr lang="en-US" sz="16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exponential!</a:t>
            </a:r>
            <a:endParaRPr/>
          </a:p>
          <a:p>
            <a:pPr marL="742950" marR="0" lvl="1" indent="-1841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employs divide and conquer strategy.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stores the solutions of all smaller problems so each smaller problem is solved once.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usually used to solve optimization problems.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Fibonacci</a:t>
            </a:r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1371600" y="1905000"/>
            <a:ext cx="6477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 fib[N];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(int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N;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++)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fib[i] = -1;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fib[0] = 0;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fib[1] = 1;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 Fibonacci (int k):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(fib[k] == -1) 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fib[k] = Fibonacci (k-1) + Fibonacci (k-2);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fib[k];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template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685800" y="2057400"/>
            <a:ext cx="6781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solutions for base problems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method to solve problem from smaller problems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data structure to store solutions of problems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solutions from smaller problems to bigger problems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problems</a:t>
            </a:r>
            <a:br>
              <a:rPr lang="en-US" sz="28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1" i="0" u="none" strike="noStrike" cap="none" dirty="0" err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http://people.csail.mit.edu/bdean/6.046/dp/</a:t>
            </a:r>
            <a:r>
              <a:rPr lang="en-US" sz="2400" b="1" i="0" u="none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8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924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find a contiguous subsequence A(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... A(j) for which the sum of elements in the subsequence is maximized.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sequence of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 A(1) ... A(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your task is to find the longest subsequence (not necessarily contiguous) in which the values in the subsequence form a strictly increasing sequence.</a:t>
            </a:r>
            <a:endParaRPr dirty="0"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 problems</a:t>
            </a:r>
            <a:b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(http://people.csail.mit.edu/bdean/6.046/dp/)</a:t>
            </a:r>
            <a:endParaRPr sz="28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620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two text strings A and B, we can transform string A to string B using following operations: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 character from A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a character into A</a:t>
            </a:r>
            <a:endParaRPr/>
          </a:p>
          <a:p>
            <a:pPr marL="342900" marR="0" lvl="0" indent="-342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 some character in A into a new character. </a:t>
            </a:r>
            <a:endParaRPr/>
          </a:p>
          <a:p>
            <a:pPr marL="342900" marR="0" lvl="0" indent="-21590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minimal number of such operations required to transform A into B is called the edit distance between A and B.</a:t>
            </a:r>
            <a:endParaRPr/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find the edit distance between A and B. 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Edit distance</a:t>
            </a: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Input: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Strings  A[1..n]  and  B[1..m]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Costs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                      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Insertion        Deletion	Replacement</a:t>
            </a:r>
            <a:endParaRPr sz="1600" b="0" i="1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baseline="-2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Goal: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minimum cost of transforming A → B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T(i, j): Minimum cost to transform A[1..i] into B[1..j]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T(i-1, j)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T(i, j) = min      T(i, j-1) +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T(i-1, j-1) 	if A[i] = B[j]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 T(i-1, j-1) + C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A[i] != B[j]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2590800" y="4724400"/>
            <a:ext cx="152400" cy="1371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3048000" y="5410200"/>
            <a:ext cx="152400" cy="6096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rot="10800000" flipH="1">
            <a:off x="2895600" y="2667000"/>
            <a:ext cx="3810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0" name="Google Shape;160;p22"/>
          <p:cNvCxnSpPr/>
          <p:nvPr/>
        </p:nvCxnSpPr>
        <p:spPr>
          <a:xfrm rot="10800000">
            <a:off x="4343400" y="2667000"/>
            <a:ext cx="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1" name="Google Shape;161;p22"/>
          <p:cNvCxnSpPr/>
          <p:nvPr/>
        </p:nvCxnSpPr>
        <p:spPr>
          <a:xfrm rot="10800000">
            <a:off x="5410200" y="2667000"/>
            <a:ext cx="45720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majority real-world problem is optimization problems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Good solutions versus optimal solutions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 work in different phases. At each phase, we take the locally optimal choices.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905000"/>
            <a:ext cx="6096000" cy="4056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382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algorithm: 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the current city, visit the nearest unvisited city. Repeat the process until all cities have been visited, then return to the start city.</a:t>
            </a:r>
            <a:endParaRPr sz="16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2743200"/>
            <a:ext cx="5753100" cy="382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Traveling salesman problem (TSP)</a:t>
            </a:r>
            <a:endParaRPr/>
          </a:p>
        </p:txBody>
      </p:sp>
      <p:pic>
        <p:nvPicPr>
          <p:cNvPr id="190" name="Google Shape;190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1116012"/>
            <a:ext cx="6102350" cy="406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6"/>
          <p:cNvSpPr txBox="1"/>
          <p:nvPr/>
        </p:nvSpPr>
        <p:spPr>
          <a:xfrm>
            <a:off x="838200" y="5181600"/>
            <a:ext cx="7086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Nearest neighbor path: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X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7  → 8  → 6 → 5 → 4 → 9 → 1</a:t>
            </a:r>
            <a:endParaRPr/>
          </a:p>
        </p:txBody>
      </p:sp>
      <p:sp>
        <p:nvSpPr>
          <p:cNvPr id="192" name="Google Shape;192;p26"/>
          <p:cNvSpPr txBox="1"/>
          <p:nvPr/>
        </p:nvSpPr>
        <p:spPr>
          <a:xfrm>
            <a:off x="838200" y="5791200"/>
            <a:ext cx="757069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path:           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 → 2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→ 4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→ 5  →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  → 8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→ 7 → X → 9 → 1</a:t>
            </a:r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Hill climbing strategy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body" idx="1"/>
          </p:nvPr>
        </p:nvSpPr>
        <p:spPr>
          <a:xfrm>
            <a:off x="609600" y="1922785"/>
            <a:ext cx="2819400" cy="46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from a solution, then iteratively change the current solution to get a better one.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880" y="1828800"/>
            <a:ext cx="5617369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Hill climbing strategy</a:t>
            </a:r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5455" y="2286000"/>
            <a:ext cx="10323770" cy="350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Knapsack problem</a:t>
            </a:r>
            <a:endParaRPr/>
          </a:p>
        </p:txBody>
      </p:sp>
      <p:pic>
        <p:nvPicPr>
          <p:cNvPr id="214" name="Google Shape;21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462088"/>
            <a:ext cx="5715000" cy="495280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On-screen Show (4:3)</PresentationFormat>
  <Paragraphs>116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Helvetica Neue</vt:lpstr>
      <vt:lpstr>Times New Roman</vt:lpstr>
      <vt:lpstr>Calibri</vt:lpstr>
      <vt:lpstr>Noto Sans Symbols</vt:lpstr>
      <vt:lpstr>Koi</vt:lpstr>
      <vt:lpstr>Advanced algorithms</vt:lpstr>
      <vt:lpstr>Outlines</vt:lpstr>
      <vt:lpstr>Dynamic programming</vt:lpstr>
      <vt:lpstr>Analyzing the Binary Recursion Fibonacci Algorithm</vt:lpstr>
      <vt:lpstr>Dynamic programming</vt:lpstr>
      <vt:lpstr>Fibonacci</vt:lpstr>
      <vt:lpstr>Dynamic programming template</vt:lpstr>
      <vt:lpstr>Dynamic programming problems (http://people.csail.mit.edu/bdean/6.046/dp/)</vt:lpstr>
      <vt:lpstr>Dynamic programming problems (http://people.csail.mit.edu/bdean/6.046/dp/)</vt:lpstr>
      <vt:lpstr>Edit distance</vt:lpstr>
      <vt:lpstr>Greedy algorithms</vt:lpstr>
      <vt:lpstr>Traveling salesman problem (TSP)</vt:lpstr>
      <vt:lpstr>Traveling salesman problem (TSP)</vt:lpstr>
      <vt:lpstr>Traveling salesman problem (TSP)</vt:lpstr>
      <vt:lpstr>Hill climbing strategy</vt:lpstr>
      <vt:lpstr>Hill climbing strategy</vt:lpstr>
      <vt:lpstr>Knapsack problem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algorithms</dc:title>
  <cp:lastModifiedBy>DHQG</cp:lastModifiedBy>
  <cp:revision>2</cp:revision>
  <dcterms:modified xsi:type="dcterms:W3CDTF">2018-09-26T02:56:16Z</dcterms:modified>
</cp:coreProperties>
</file>