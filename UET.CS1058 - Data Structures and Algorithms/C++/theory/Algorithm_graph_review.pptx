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embeddedFontLst>
    <p:embeddedFont>
      <p:font typeface="Helvetica Neue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38200" y="1709738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and Graph Review</a:t>
            </a:r>
            <a:br>
              <a:rPr lang="en-US"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4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Sort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list A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numbers. Your task is to write the function MergeSort(A,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sort the numbers increasingly.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function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write a function to output all permutations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elements.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All permutations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3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123, 132, 213, 231, 312, 321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function</a:t>
            </a:r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write a function to output all binary numbers of length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 number of ‘1’ digits is smaller or equal to the number of ‘0’ digits.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The output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3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000,001,010,100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sequence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integer numbers A(1) ... A(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your task is to write a function to find the longest subsequence (not necessarily contiguous) in which the values in the subsequence form a strictly increasing sequence.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 8 3 5 10 15 6 7 12 9 11 17 13 16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Output: 3 5 6 7 9 11 13 16</a:t>
            </a:r>
            <a:endParaRPr/>
          </a:p>
          <a:p>
            <a:pPr marL="342900" marR="0" lvl="0" indent="-1905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an undirected computer network with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nodes (numbered from 1 to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edges, your task is to write a program to calculate the number of connected components that each contains at least three nodes.</a:t>
            </a:r>
            <a:endParaRPr/>
          </a:p>
          <a:p>
            <a:pPr marL="342900" marR="0" lvl="0" indent="-1905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jobs (numbered from 1 to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order requirements. Each order requirement is a pair of two jobs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indicating that job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must be done before job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Your task is to write a program to order these jobs to fulfill the order requirements. </a:t>
            </a: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Shortest Path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cities (numbered from 1 to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roads connecting cities. The traffic level between two cities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u, v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D[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u,v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]. You have two tasks: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a program to find a path from a starting point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the end point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such that the total traffic level on the path is the smallest.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a program to find the smallest traffic paths for all pairs of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a regular expression that matches these numbers: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(123) 456 7899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(123).456.7899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(123)-456-7899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123-456-7899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123 456 7899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1234567899</a:t>
            </a:r>
            <a:endParaRPr/>
          </a:p>
          <a:p>
            <a:pPr marL="342900" marR="0" lvl="0" indent="-1905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write a regular expression for an email.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Microsoft Office PowerPoint</Application>
  <PresentationFormat>On-screen Show (4:3)</PresentationFormat>
  <Paragraphs>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Helvetica Neue</vt:lpstr>
      <vt:lpstr>Noto Sans Symbols</vt:lpstr>
      <vt:lpstr>1_Koi</vt:lpstr>
      <vt:lpstr>Algorithm and Graph Review </vt:lpstr>
      <vt:lpstr>Sort</vt:lpstr>
      <vt:lpstr>Recursive function</vt:lpstr>
      <vt:lpstr>Recursive function</vt:lpstr>
      <vt:lpstr>Dynamic programming</vt:lpstr>
      <vt:lpstr>Graph</vt:lpstr>
      <vt:lpstr>Topological sorting</vt:lpstr>
      <vt:lpstr>Shortest Path</vt:lpstr>
      <vt:lpstr>Regular Expression</vt:lpstr>
      <vt:lpstr>Regular Expression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and Graph Review </dc:title>
  <cp:lastModifiedBy>DHQG</cp:lastModifiedBy>
  <cp:revision>1</cp:revision>
  <dcterms:modified xsi:type="dcterms:W3CDTF">2018-11-21T01:48:22Z</dcterms:modified>
</cp:coreProperties>
</file>