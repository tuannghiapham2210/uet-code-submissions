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7099300" cy="10234613"/>
  <p:embeddedFontLst>
    <p:embeddedFont>
      <p:font typeface="Helvetica Neue" charset="0"/>
      <p:regular r:id="rId42"/>
      <p:bold r:id="rId43"/>
      <p:italic r:id="rId44"/>
      <p:boldItalic r:id="rId45"/>
    </p:embeddedFont>
    <p:embeddedFont>
      <p:font typeface="Times" pitchFamily="18" charset="0"/>
      <p:regular r:id="rId46"/>
      <p:bold r:id="rId47"/>
      <p:italic r:id="rId48"/>
      <p:boldItalic r:id="rId49"/>
    </p:embeddedFont>
    <p:embeddedFont>
      <p:font typeface="Calibri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Spanning Tree</a:t>
            </a:r>
            <a:endParaRPr/>
          </a:p>
        </p:txBody>
      </p:sp>
      <p:sp>
        <p:nvSpPr>
          <p:cNvPr id="756" name="Google Shape;756;p22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1/31/18 15:36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p2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3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3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on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5" name="Google Shape;105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05000"/>
            <a:ext cx="814546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revisit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12" name="Google Shape;112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800600" y="4114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315200" y="3959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064375" y="5867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511675" y="5629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2590800" y="4343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2743200" y="5486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6378575" y="4724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2000" y="5257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22" name="Google Shape;122;p16"/>
          <p:cNvCxnSpPr>
            <a:stCxn id="118" idx="6"/>
            <a:endCxn id="114" idx="2"/>
          </p:cNvCxnSpPr>
          <p:nvPr/>
        </p:nvCxnSpPr>
        <p:spPr>
          <a:xfrm rot="10800000" flipH="1">
            <a:off x="3527425" y="4343400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>
            <a:stCxn id="117" idx="0"/>
            <a:endCxn id="114" idx="4"/>
          </p:cNvCxnSpPr>
          <p:nvPr/>
        </p:nvCxnSpPr>
        <p:spPr>
          <a:xfrm rot="10800000" flipH="1">
            <a:off x="4979987" y="4572075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>
            <a:stCxn id="117" idx="7"/>
            <a:endCxn id="120" idx="3"/>
          </p:cNvCxnSpPr>
          <p:nvPr/>
        </p:nvCxnSpPr>
        <p:spPr>
          <a:xfrm rot="10800000" flipH="1">
            <a:off x="5311134" y="5114530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6"/>
          <p:cNvCxnSpPr>
            <a:stCxn id="120" idx="0"/>
            <a:endCxn id="115" idx="3"/>
          </p:cNvCxnSpPr>
          <p:nvPr/>
        </p:nvCxnSpPr>
        <p:spPr>
          <a:xfrm rot="10800000" flipH="1">
            <a:off x="6846887" y="4349400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6"/>
          <p:cNvCxnSpPr>
            <a:stCxn id="114" idx="6"/>
            <a:endCxn id="115" idx="2"/>
          </p:cNvCxnSpPr>
          <p:nvPr/>
        </p:nvCxnSpPr>
        <p:spPr>
          <a:xfrm rot="10800000" flipH="1">
            <a:off x="5737225" y="4187700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6"/>
          <p:cNvCxnSpPr>
            <a:stCxn id="121" idx="6"/>
            <a:endCxn id="119" idx="2"/>
          </p:cNvCxnSpPr>
          <p:nvPr/>
        </p:nvCxnSpPr>
        <p:spPr>
          <a:xfrm>
            <a:off x="1698625" y="5486400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6"/>
          <p:cNvCxnSpPr>
            <a:stCxn id="118" idx="4"/>
            <a:endCxn id="119" idx="0"/>
          </p:cNvCxnSpPr>
          <p:nvPr/>
        </p:nvCxnSpPr>
        <p:spPr>
          <a:xfrm>
            <a:off x="3059112" y="4800600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6"/>
          <p:cNvCxnSpPr>
            <a:stCxn id="120" idx="4"/>
            <a:endCxn id="116" idx="0"/>
          </p:cNvCxnSpPr>
          <p:nvPr/>
        </p:nvCxnSpPr>
        <p:spPr>
          <a:xfrm>
            <a:off x="6846887" y="5181600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6"/>
          <p:cNvCxnSpPr>
            <a:endCxn id="117" idx="6"/>
          </p:cNvCxnSpPr>
          <p:nvPr/>
        </p:nvCxnSpPr>
        <p:spPr>
          <a:xfrm rot="10800000">
            <a:off x="5448300" y="5857875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6"/>
          <p:cNvCxnSpPr>
            <a:stCxn id="119" idx="6"/>
            <a:endCxn id="117" idx="2"/>
          </p:cNvCxnSpPr>
          <p:nvPr/>
        </p:nvCxnSpPr>
        <p:spPr>
          <a:xfrm>
            <a:off x="3679825" y="5715000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6"/>
          <p:cNvCxnSpPr>
            <a:stCxn id="119" idx="7"/>
            <a:endCxn id="114" idx="3"/>
          </p:cNvCxnSpPr>
          <p:nvPr/>
        </p:nvCxnSpPr>
        <p:spPr>
          <a:xfrm rot="10800000" flipH="1">
            <a:off x="3542659" y="4505155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16"/>
          <p:cNvSpPr txBox="1"/>
          <p:nvPr/>
        </p:nvSpPr>
        <p:spPr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 rot="-1891667">
            <a:off x="6783388" y="42513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229600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589043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2296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1" name="Google Shape;161;p17"/>
          <p:cNvCxnSpPr>
            <a:stCxn id="150" idx="4"/>
            <a:endCxn id="152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7"/>
          <p:cNvCxnSpPr>
            <a:stCxn id="150" idx="3"/>
            <a:endCxn id="153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7"/>
          <p:cNvCxnSpPr>
            <a:stCxn id="150" idx="5"/>
            <a:endCxn id="149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17"/>
          <p:cNvCxnSpPr>
            <a:stCxn id="153" idx="4"/>
            <a:endCxn id="154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17"/>
          <p:cNvCxnSpPr>
            <a:stCxn id="153" idx="3"/>
            <a:endCxn id="155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17"/>
          <p:cNvCxnSpPr>
            <a:stCxn id="155" idx="4"/>
            <a:endCxn id="157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17"/>
          <p:cNvCxnSpPr>
            <a:stCxn id="155" idx="3"/>
            <a:endCxn id="156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17"/>
          <p:cNvCxnSpPr>
            <a:stCxn id="149" idx="4"/>
            <a:endCxn id="151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17"/>
          <p:cNvCxnSpPr>
            <a:stCxn id="149" idx="5"/>
            <a:endCxn id="158" idx="1"/>
          </p:cNvCxnSpPr>
          <p:nvPr/>
        </p:nvCxnSpPr>
        <p:spPr>
          <a:xfrm>
            <a:off x="7902052" y="4080344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Google Shape;170;p17"/>
          <p:cNvCxnSpPr>
            <a:stCxn id="151" idx="4"/>
            <a:endCxn id="159" idx="0"/>
          </p:cNvCxnSpPr>
          <p:nvPr/>
        </p:nvCxnSpPr>
        <p:spPr>
          <a:xfrm>
            <a:off x="7772399" y="4942517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17"/>
          <p:cNvCxnSpPr>
            <a:stCxn id="151" idx="5"/>
            <a:endCxn id="160" idx="1"/>
          </p:cNvCxnSpPr>
          <p:nvPr/>
        </p:nvCxnSpPr>
        <p:spPr>
          <a:xfrm>
            <a:off x="7902051" y="4888813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17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2811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383755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0243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" name="Google Shape;184;p17"/>
          <p:cNvCxnSpPr>
            <a:stCxn id="173" idx="4"/>
            <a:endCxn id="175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17"/>
          <p:cNvCxnSpPr>
            <a:stCxn id="173" idx="3"/>
            <a:endCxn id="176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17"/>
          <p:cNvCxnSpPr>
            <a:stCxn id="173" idx="5"/>
            <a:endCxn id="172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17"/>
          <p:cNvCxnSpPr>
            <a:stCxn id="176" idx="4"/>
            <a:endCxn id="177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17"/>
          <p:cNvCxnSpPr>
            <a:stCxn id="176" idx="3"/>
            <a:endCxn id="178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89;p17"/>
          <p:cNvCxnSpPr>
            <a:stCxn id="178" idx="4"/>
            <a:endCxn id="180" idx="0"/>
          </p:cNvCxnSpPr>
          <p:nvPr/>
        </p:nvCxnSpPr>
        <p:spPr>
          <a:xfrm>
            <a:off x="1464469" y="49518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17"/>
          <p:cNvCxnSpPr>
            <a:stCxn id="178" idx="3"/>
            <a:endCxn id="179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17"/>
          <p:cNvCxnSpPr>
            <a:stCxn id="172" idx="4"/>
            <a:endCxn id="174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17"/>
          <p:cNvCxnSpPr>
            <a:stCxn id="172" idx="5"/>
            <a:endCxn id="181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17"/>
          <p:cNvCxnSpPr>
            <a:stCxn id="174" idx="4"/>
            <a:endCxn id="182" idx="0"/>
          </p:cNvCxnSpPr>
          <p:nvPr/>
        </p:nvCxnSpPr>
        <p:spPr>
          <a:xfrm>
            <a:off x="3567110" y="4955096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7"/>
          <p:cNvCxnSpPr>
            <a:stCxn id="174" idx="5"/>
            <a:endCxn id="183" idx="1"/>
          </p:cNvCxnSpPr>
          <p:nvPr/>
        </p:nvCxnSpPr>
        <p:spPr>
          <a:xfrm>
            <a:off x="3696763" y="4901392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7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/>
          </a:p>
        </p:txBody>
      </p:sp>
      <p:sp>
        <p:nvSpPr>
          <p:cNvPr id="202" name="Google Shape;202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22300" y="1676400"/>
            <a:ext cx="8140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vertices, so that (u,v) in E implies u &lt; v</a:t>
            </a:r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995488" y="2251075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046288" y="2767013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478338" y="2724150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733800" y="3541713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953000" y="3505200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2189163" y="3886200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3200400" y="4324350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383213" y="4719638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995488" y="4953000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581400" y="5715000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953000" y="5943600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5" name="Google Shape;215;p18"/>
          <p:cNvCxnSpPr>
            <a:stCxn id="204" idx="5"/>
            <a:endCxn id="205" idx="0"/>
          </p:cNvCxnSpPr>
          <p:nvPr/>
        </p:nvCxnSpPr>
        <p:spPr>
          <a:xfrm>
            <a:off x="2789527" y="2524788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8"/>
          <p:cNvCxnSpPr>
            <a:stCxn id="205" idx="7"/>
            <a:endCxn id="206" idx="2"/>
          </p:cNvCxnSpPr>
          <p:nvPr/>
        </p:nvCxnSpPr>
        <p:spPr>
          <a:xfrm>
            <a:off x="3815939" y="2842338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8"/>
          <p:cNvCxnSpPr>
            <a:stCxn id="205" idx="4"/>
            <a:endCxn id="207" idx="1"/>
          </p:cNvCxnSpPr>
          <p:nvPr/>
        </p:nvCxnSpPr>
        <p:spPr>
          <a:xfrm>
            <a:off x="3082926" y="3281363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8"/>
          <p:cNvCxnSpPr>
            <a:stCxn id="206" idx="5"/>
            <a:endCxn id="208" idx="0"/>
          </p:cNvCxnSpPr>
          <p:nvPr/>
        </p:nvCxnSpPr>
        <p:spPr>
          <a:xfrm>
            <a:off x="5088095" y="2932822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8"/>
          <p:cNvCxnSpPr>
            <a:stCxn id="207" idx="6"/>
            <a:endCxn id="208" idx="2"/>
          </p:cNvCxnSpPr>
          <p:nvPr/>
        </p:nvCxnSpPr>
        <p:spPr>
          <a:xfrm>
            <a:off x="4260850" y="3663950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8"/>
          <p:cNvCxnSpPr>
            <a:stCxn id="208" idx="4"/>
            <a:endCxn id="210" idx="7"/>
          </p:cNvCxnSpPr>
          <p:nvPr/>
        </p:nvCxnSpPr>
        <p:spPr>
          <a:xfrm flipH="1">
            <a:off x="4811544" y="3935413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8"/>
          <p:cNvCxnSpPr>
            <a:stCxn id="208" idx="3"/>
            <a:endCxn id="209" idx="6"/>
          </p:cNvCxnSpPr>
          <p:nvPr/>
        </p:nvCxnSpPr>
        <p:spPr>
          <a:xfrm flipH="1">
            <a:off x="2827361" y="3872410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8"/>
          <p:cNvCxnSpPr>
            <a:stCxn id="208" idx="5"/>
            <a:endCxn id="211" idx="0"/>
          </p:cNvCxnSpPr>
          <p:nvPr/>
        </p:nvCxnSpPr>
        <p:spPr>
          <a:xfrm>
            <a:off x="5919127" y="3872410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18"/>
          <p:cNvCxnSpPr>
            <a:stCxn id="211" idx="1"/>
            <a:endCxn id="210" idx="6"/>
          </p:cNvCxnSpPr>
          <p:nvPr/>
        </p:nvCxnSpPr>
        <p:spPr>
          <a:xfrm rot="10800000">
            <a:off x="5087813" y="4524365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8"/>
          <p:cNvCxnSpPr>
            <a:stCxn id="209" idx="5"/>
            <a:endCxn id="210" idx="1"/>
          </p:cNvCxnSpPr>
          <p:nvPr/>
        </p:nvCxnSpPr>
        <p:spPr>
          <a:xfrm>
            <a:off x="2733880" y="4230374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18"/>
          <p:cNvCxnSpPr>
            <a:stCxn id="210" idx="4"/>
            <a:endCxn id="212" idx="7"/>
          </p:cNvCxnSpPr>
          <p:nvPr/>
        </p:nvCxnSpPr>
        <p:spPr>
          <a:xfrm flipH="1">
            <a:off x="3479369" y="4724400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18"/>
          <p:cNvCxnSpPr>
            <a:stCxn id="212" idx="5"/>
            <a:endCxn id="213" idx="1"/>
          </p:cNvCxnSpPr>
          <p:nvPr/>
        </p:nvCxnSpPr>
        <p:spPr>
          <a:xfrm>
            <a:off x="3479230" y="5555983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8"/>
          <p:cNvCxnSpPr>
            <a:stCxn id="213" idx="6"/>
            <a:endCxn id="214" idx="2"/>
          </p:cNvCxnSpPr>
          <p:nvPr/>
        </p:nvCxnSpPr>
        <p:spPr>
          <a:xfrm>
            <a:off x="4252913" y="5870575"/>
            <a:ext cx="7002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8" name="Google Shape;228;p18"/>
          <p:cNvSpPr/>
          <p:nvPr/>
        </p:nvSpPr>
        <p:spPr>
          <a:xfrm>
            <a:off x="3355975" y="4365625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2362200" y="3962400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095500" y="2251075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749800" y="2724150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854450" y="3524250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2239963" y="2867025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192713" y="3541713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659438" y="4741863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995488" y="5043488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3700463" y="5737225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237163" y="6081713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30713" y="2176463"/>
            <a:ext cx="21764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student day</a:t>
            </a:r>
            <a:endParaRPr sz="20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2925763" y="21336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3589338" y="257175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270500" y="25225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4286250" y="32972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713413" y="3281363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119813" y="44450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714625" y="370998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4383088" y="41148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2590800" y="4724400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130675" y="54737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251575" y="57150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2189163" y="4973638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482600" y="4953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990600" y="1905000"/>
            <a:ext cx="7620000" cy="286232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TopologicalSort(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H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Temporary copy of </a:t>
            </a: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n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G.numVertices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20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while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empty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vertex v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vertex with no outgoing edges 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Label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- 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Remove </a:t>
            </a:r>
            <a:r>
              <a:rPr lang="en-US" sz="20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990600" y="4985266"/>
            <a:ext cx="1843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O(n</a:t>
            </a:r>
            <a:r>
              <a:rPr lang="en-US" sz="18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830637" y="5119687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202237" y="5348287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7" name="Google Shape;277;p20"/>
          <p:cNvCxnSpPr>
            <a:stCxn id="266" idx="5"/>
            <a:endCxn id="267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20"/>
          <p:cNvCxnSpPr>
            <a:stCxn id="267" idx="7"/>
            <a:endCxn id="268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p20"/>
          <p:cNvCxnSpPr>
            <a:stCxn id="267" idx="4"/>
            <a:endCxn id="269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" name="Google Shape;280;p20"/>
          <p:cNvCxnSpPr>
            <a:stCxn id="268" idx="5"/>
            <a:endCxn id="270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Google Shape;281;p20"/>
          <p:cNvCxnSpPr>
            <a:stCxn id="269" idx="6"/>
            <a:endCxn id="270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" name="Google Shape;282;p20"/>
          <p:cNvCxnSpPr>
            <a:stCxn id="270" idx="4"/>
            <a:endCxn id="272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3" name="Google Shape;283;p20"/>
          <p:cNvCxnSpPr>
            <a:stCxn id="270" idx="3"/>
            <a:endCxn id="271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Google Shape;284;p20"/>
          <p:cNvCxnSpPr>
            <a:stCxn id="270" idx="5"/>
            <a:endCxn id="273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20"/>
          <p:cNvCxnSpPr>
            <a:stCxn id="273" idx="1"/>
            <a:endCxn id="272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20"/>
          <p:cNvCxnSpPr>
            <a:stCxn id="271" idx="5"/>
            <a:endCxn id="272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0"/>
          <p:cNvCxnSpPr>
            <a:stCxn id="272" idx="4"/>
            <a:endCxn id="274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0"/>
          <p:cNvCxnSpPr>
            <a:stCxn id="274" idx="5"/>
            <a:endCxn id="275" idx="1"/>
          </p:cNvCxnSpPr>
          <p:nvPr/>
        </p:nvCxnSpPr>
        <p:spPr>
          <a:xfrm>
            <a:off x="3728467" y="4960670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20"/>
          <p:cNvCxnSpPr>
            <a:stCxn id="275" idx="6"/>
          </p:cNvCxnSpPr>
          <p:nvPr/>
        </p:nvCxnSpPr>
        <p:spPr>
          <a:xfrm>
            <a:off x="4502150" y="5275262"/>
            <a:ext cx="6621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0" name="Google Shape;290;p20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949700" y="5141912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5486400" y="5486400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500812" y="5119687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3830637" y="5119687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9" name="Google Shape;319;p21"/>
          <p:cNvCxnSpPr>
            <a:stCxn id="309" idx="5"/>
            <a:endCxn id="310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21"/>
          <p:cNvCxnSpPr>
            <a:stCxn id="310" idx="7"/>
            <a:endCxn id="311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21"/>
          <p:cNvCxnSpPr>
            <a:stCxn id="310" idx="4"/>
            <a:endCxn id="312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1"/>
          <p:cNvCxnSpPr>
            <a:stCxn id="311" idx="5"/>
            <a:endCxn id="313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21"/>
          <p:cNvCxnSpPr>
            <a:stCxn id="312" idx="6"/>
            <a:endCxn id="313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" name="Google Shape;324;p21"/>
          <p:cNvCxnSpPr>
            <a:stCxn id="313" idx="4"/>
            <a:endCxn id="315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21"/>
          <p:cNvCxnSpPr>
            <a:stCxn id="313" idx="3"/>
            <a:endCxn id="314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p21"/>
          <p:cNvCxnSpPr>
            <a:stCxn id="313" idx="5"/>
            <a:endCxn id="316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21"/>
          <p:cNvCxnSpPr>
            <a:stCxn id="316" idx="1"/>
            <a:endCxn id="315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1"/>
          <p:cNvCxnSpPr>
            <a:stCxn id="314" idx="5"/>
            <a:endCxn id="315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9" name="Google Shape;329;p21"/>
          <p:cNvCxnSpPr>
            <a:stCxn id="315" idx="4"/>
            <a:endCxn id="317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" name="Google Shape;330;p21"/>
          <p:cNvCxnSpPr>
            <a:stCxn id="317" idx="5"/>
            <a:endCxn id="318" idx="1"/>
          </p:cNvCxnSpPr>
          <p:nvPr/>
        </p:nvCxnSpPr>
        <p:spPr>
          <a:xfrm>
            <a:off x="3728467" y="4960670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1" name="Google Shape;331;p21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3949700" y="5141912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4191000" y="4876800"/>
            <a:ext cx="2079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8" name="Google Shape;358;p22"/>
          <p:cNvCxnSpPr>
            <a:stCxn id="349" idx="5"/>
            <a:endCxn id="350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2"/>
          <p:cNvCxnSpPr>
            <a:stCxn id="350" idx="7"/>
            <a:endCxn id="351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22"/>
          <p:cNvCxnSpPr>
            <a:stCxn id="350" idx="4"/>
            <a:endCxn id="352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22"/>
          <p:cNvCxnSpPr>
            <a:stCxn id="351" idx="5"/>
            <a:endCxn id="353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22"/>
          <p:cNvCxnSpPr>
            <a:stCxn id="352" idx="6"/>
            <a:endCxn id="353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2"/>
          <p:cNvCxnSpPr>
            <a:stCxn id="353" idx="4"/>
            <a:endCxn id="355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22"/>
          <p:cNvCxnSpPr>
            <a:stCxn id="353" idx="3"/>
            <a:endCxn id="354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22"/>
          <p:cNvCxnSpPr>
            <a:stCxn id="353" idx="5"/>
            <a:endCxn id="356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22"/>
          <p:cNvCxnSpPr>
            <a:stCxn id="356" idx="1"/>
            <a:endCxn id="355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2"/>
          <p:cNvCxnSpPr>
            <a:stCxn id="354" idx="5"/>
            <a:endCxn id="355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2"/>
          <p:cNvCxnSpPr>
            <a:stCxn id="355" idx="4"/>
            <a:endCxn id="357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9" name="Google Shape;369;p22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2819400" y="4038600"/>
            <a:ext cx="3048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/>
          <p:nvPr/>
        </p:nvSpPr>
        <p:spPr>
          <a:xfrm>
            <a:off x="2376488" y="1793875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2427288" y="2309813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4859338" y="2266950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114800" y="3084513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334000" y="3048000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570163" y="3429000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3581400" y="3867150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5764213" y="4262438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2376488" y="4495800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3962400" y="5257800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334000" y="5486400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5" name="Google Shape;395;p23"/>
          <p:cNvCxnSpPr>
            <a:stCxn id="384" idx="5"/>
            <a:endCxn id="385" idx="0"/>
          </p:cNvCxnSpPr>
          <p:nvPr/>
        </p:nvCxnSpPr>
        <p:spPr>
          <a:xfrm>
            <a:off x="3170527" y="2067588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Google Shape;396;p23"/>
          <p:cNvCxnSpPr>
            <a:stCxn id="385" idx="7"/>
            <a:endCxn id="386" idx="2"/>
          </p:cNvCxnSpPr>
          <p:nvPr/>
        </p:nvCxnSpPr>
        <p:spPr>
          <a:xfrm>
            <a:off x="4196939" y="2385138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Google Shape;397;p23"/>
          <p:cNvCxnSpPr>
            <a:stCxn id="385" idx="4"/>
            <a:endCxn id="387" idx="1"/>
          </p:cNvCxnSpPr>
          <p:nvPr/>
        </p:nvCxnSpPr>
        <p:spPr>
          <a:xfrm>
            <a:off x="3463926" y="2824163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23"/>
          <p:cNvCxnSpPr>
            <a:stCxn id="386" idx="5"/>
            <a:endCxn id="388" idx="0"/>
          </p:cNvCxnSpPr>
          <p:nvPr/>
        </p:nvCxnSpPr>
        <p:spPr>
          <a:xfrm>
            <a:off x="5469095" y="2475622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" name="Google Shape;399;p23"/>
          <p:cNvCxnSpPr>
            <a:stCxn id="387" idx="6"/>
            <a:endCxn id="388" idx="2"/>
          </p:cNvCxnSpPr>
          <p:nvPr/>
        </p:nvCxnSpPr>
        <p:spPr>
          <a:xfrm>
            <a:off x="4641850" y="3206751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23"/>
          <p:cNvCxnSpPr>
            <a:stCxn id="388" idx="4"/>
            <a:endCxn id="390" idx="7"/>
          </p:cNvCxnSpPr>
          <p:nvPr/>
        </p:nvCxnSpPr>
        <p:spPr>
          <a:xfrm flipH="1">
            <a:off x="5192544" y="3478213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1" name="Google Shape;401;p23"/>
          <p:cNvCxnSpPr>
            <a:stCxn id="388" idx="3"/>
            <a:endCxn id="389" idx="6"/>
          </p:cNvCxnSpPr>
          <p:nvPr/>
        </p:nvCxnSpPr>
        <p:spPr>
          <a:xfrm flipH="1">
            <a:off x="3208361" y="3415210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" name="Google Shape;402;p23"/>
          <p:cNvCxnSpPr>
            <a:stCxn id="388" idx="5"/>
            <a:endCxn id="391" idx="0"/>
          </p:cNvCxnSpPr>
          <p:nvPr/>
        </p:nvCxnSpPr>
        <p:spPr>
          <a:xfrm>
            <a:off x="6300127" y="3415210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" name="Google Shape;403;p23"/>
          <p:cNvCxnSpPr>
            <a:stCxn id="391" idx="1"/>
            <a:endCxn id="390" idx="6"/>
          </p:cNvCxnSpPr>
          <p:nvPr/>
        </p:nvCxnSpPr>
        <p:spPr>
          <a:xfrm rot="10800000">
            <a:off x="5468813" y="4067165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23"/>
          <p:cNvCxnSpPr>
            <a:stCxn id="389" idx="5"/>
            <a:endCxn id="390" idx="1"/>
          </p:cNvCxnSpPr>
          <p:nvPr/>
        </p:nvCxnSpPr>
        <p:spPr>
          <a:xfrm>
            <a:off x="3114880" y="3773174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23"/>
          <p:cNvCxnSpPr>
            <a:stCxn id="390" idx="4"/>
            <a:endCxn id="392" idx="7"/>
          </p:cNvCxnSpPr>
          <p:nvPr/>
        </p:nvCxnSpPr>
        <p:spPr>
          <a:xfrm flipH="1">
            <a:off x="3860369" y="4267200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" name="Google Shape;406;p23"/>
          <p:cNvCxnSpPr>
            <a:stCxn id="392" idx="5"/>
            <a:endCxn id="393" idx="1"/>
          </p:cNvCxnSpPr>
          <p:nvPr/>
        </p:nvCxnSpPr>
        <p:spPr>
          <a:xfrm>
            <a:off x="3860230" y="5098783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23"/>
          <p:cNvCxnSpPr>
            <a:stCxn id="393" idx="6"/>
            <a:endCxn id="394" idx="2"/>
          </p:cNvCxnSpPr>
          <p:nvPr/>
        </p:nvCxnSpPr>
        <p:spPr>
          <a:xfrm>
            <a:off x="4633913" y="5413375"/>
            <a:ext cx="7002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3"/>
          <p:cNvSpPr/>
          <p:nvPr/>
        </p:nvSpPr>
        <p:spPr>
          <a:xfrm>
            <a:off x="3736975" y="3908425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2743200" y="3505200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0" name="Google Shape;410;p23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2476500" y="1793875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5130800" y="2266950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4235450" y="3067050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2620963" y="2409825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5573713" y="3084513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6040438" y="4284663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2376488" y="4586288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081463" y="5280025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618163" y="5624513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3306763" y="16764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3970338" y="211455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651500" y="20653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4667250" y="28400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6094413" y="2824163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500813" y="39878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3095625" y="325278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4764088" y="36576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2971800" y="4267200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4511675" y="50165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6632575" y="52578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2570163" y="4516438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4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451" name="Google Shape;451;p24"/>
          <p:cNvCxnSpPr>
            <a:stCxn id="442" idx="2"/>
            <a:endCxn id="449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" name="Google Shape;452;p24"/>
          <p:cNvCxnSpPr>
            <a:stCxn id="442" idx="4"/>
            <a:endCxn id="444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24"/>
          <p:cNvCxnSpPr>
            <a:stCxn id="448" idx="2"/>
            <a:endCxn id="444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24"/>
          <p:cNvCxnSpPr>
            <a:stCxn id="446" idx="2"/>
            <a:endCxn id="443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24"/>
          <p:cNvCxnSpPr>
            <a:stCxn id="446" idx="3"/>
            <a:endCxn id="450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p24"/>
          <p:cNvCxnSpPr>
            <a:stCxn id="445" idx="6"/>
            <a:endCxn id="450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24"/>
          <p:cNvCxnSpPr>
            <a:stCxn id="443" idx="4"/>
            <a:endCxn id="450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24"/>
          <p:cNvCxnSpPr>
            <a:stCxn id="447" idx="5"/>
            <a:endCxn id="443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24"/>
          <p:cNvCxnSpPr>
            <a:stCxn id="449" idx="5"/>
            <a:endCxn id="447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24"/>
          <p:cNvCxnSpPr>
            <a:stCxn id="449" idx="4"/>
            <a:endCxn id="445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" name="Google Shape;461;p24"/>
          <p:cNvCxnSpPr>
            <a:stCxn id="449" idx="6"/>
            <a:endCxn id="444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2" name="Google Shape;462;p24"/>
          <p:cNvCxnSpPr>
            <a:stCxn id="444" idx="6"/>
            <a:endCxn id="446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3" name="Google Shape;463;p24"/>
          <p:cNvCxnSpPr>
            <a:stCxn id="448" idx="3"/>
            <a:endCxn id="446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/>
          </a:p>
        </p:txBody>
      </p:sp>
      <p:sp>
        <p:nvSpPr>
          <p:cNvPr id="469" name="Google Shape;469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483" name="Google Shape;483;p25"/>
          <p:cNvCxnSpPr>
            <a:stCxn id="474" idx="2"/>
            <a:endCxn id="481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4" name="Google Shape;484;p25"/>
          <p:cNvCxnSpPr>
            <a:stCxn id="474" idx="4"/>
            <a:endCxn id="476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p25"/>
          <p:cNvCxnSpPr>
            <a:stCxn id="480" idx="2"/>
            <a:endCxn id="476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" name="Google Shape;486;p25"/>
          <p:cNvCxnSpPr>
            <a:stCxn id="478" idx="2"/>
            <a:endCxn id="475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" name="Google Shape;487;p25"/>
          <p:cNvCxnSpPr>
            <a:stCxn id="478" idx="3"/>
            <a:endCxn id="482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25"/>
          <p:cNvCxnSpPr>
            <a:stCxn id="477" idx="6"/>
            <a:endCxn id="482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25"/>
          <p:cNvCxnSpPr>
            <a:stCxn id="475" idx="4"/>
            <a:endCxn id="482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25"/>
          <p:cNvCxnSpPr>
            <a:stCxn id="479" idx="5"/>
            <a:endCxn id="475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25"/>
          <p:cNvCxnSpPr>
            <a:stCxn id="481" idx="5"/>
            <a:endCxn id="479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25"/>
          <p:cNvCxnSpPr>
            <a:stCxn id="481" idx="4"/>
            <a:endCxn id="477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25"/>
          <p:cNvCxnSpPr>
            <a:stCxn id="481" idx="6"/>
            <a:endCxn id="476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Google Shape;494;p25"/>
          <p:cNvCxnSpPr>
            <a:stCxn id="476" idx="6"/>
            <a:endCxn id="478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Google Shape;495;p25"/>
          <p:cNvCxnSpPr>
            <a:stCxn id="480" idx="3"/>
            <a:endCxn id="478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15" name="Google Shape;515;p26"/>
          <p:cNvCxnSpPr>
            <a:stCxn id="506" idx="2"/>
            <a:endCxn id="513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26"/>
          <p:cNvCxnSpPr>
            <a:stCxn id="506" idx="4"/>
            <a:endCxn id="508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p26"/>
          <p:cNvCxnSpPr>
            <a:stCxn id="512" idx="2"/>
            <a:endCxn id="508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Google Shape;518;p26"/>
          <p:cNvCxnSpPr>
            <a:stCxn id="510" idx="2"/>
            <a:endCxn id="507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Google Shape;519;p26"/>
          <p:cNvCxnSpPr>
            <a:stCxn id="510" idx="3"/>
            <a:endCxn id="514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Google Shape;520;p26"/>
          <p:cNvCxnSpPr>
            <a:stCxn id="509" idx="6"/>
            <a:endCxn id="514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26"/>
          <p:cNvCxnSpPr>
            <a:stCxn id="507" idx="4"/>
            <a:endCxn id="514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Google Shape;522;p26"/>
          <p:cNvCxnSpPr>
            <a:stCxn id="511" idx="5"/>
            <a:endCxn id="507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Google Shape;523;p26"/>
          <p:cNvCxnSpPr>
            <a:stCxn id="513" idx="5"/>
            <a:endCxn id="511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26"/>
          <p:cNvCxnSpPr>
            <a:stCxn id="513" idx="4"/>
            <a:endCxn id="509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Google Shape;525;p26"/>
          <p:cNvCxnSpPr>
            <a:stCxn id="513" idx="6"/>
            <a:endCxn id="508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26"/>
          <p:cNvCxnSpPr>
            <a:stCxn id="508" idx="6"/>
            <a:endCxn id="510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Google Shape;527;p26"/>
          <p:cNvCxnSpPr>
            <a:stCxn id="512" idx="3"/>
            <a:endCxn id="510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47" name="Google Shape;547;p27"/>
          <p:cNvCxnSpPr>
            <a:stCxn id="538" idx="2"/>
            <a:endCxn id="545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" name="Google Shape;548;p27"/>
          <p:cNvCxnSpPr>
            <a:stCxn id="538" idx="4"/>
            <a:endCxn id="540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27"/>
          <p:cNvCxnSpPr>
            <a:stCxn id="544" idx="2"/>
            <a:endCxn id="540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" name="Google Shape;550;p27"/>
          <p:cNvCxnSpPr>
            <a:stCxn id="542" idx="2"/>
            <a:endCxn id="539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1" name="Google Shape;551;p27"/>
          <p:cNvCxnSpPr>
            <a:stCxn id="542" idx="3"/>
            <a:endCxn id="546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" name="Google Shape;552;p27"/>
          <p:cNvCxnSpPr>
            <a:stCxn id="541" idx="6"/>
            <a:endCxn id="546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" name="Google Shape;553;p27"/>
          <p:cNvCxnSpPr>
            <a:stCxn id="539" idx="4"/>
            <a:endCxn id="546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" name="Google Shape;554;p27"/>
          <p:cNvCxnSpPr>
            <a:stCxn id="543" idx="5"/>
            <a:endCxn id="539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5" name="Google Shape;555;p27"/>
          <p:cNvCxnSpPr>
            <a:stCxn id="545" idx="5"/>
            <a:endCxn id="543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6" name="Google Shape;556;p27"/>
          <p:cNvCxnSpPr>
            <a:stCxn id="545" idx="4"/>
            <a:endCxn id="541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" name="Google Shape;557;p27"/>
          <p:cNvCxnSpPr>
            <a:stCxn id="545" idx="6"/>
            <a:endCxn id="540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" name="Google Shape;558;p27"/>
          <p:cNvCxnSpPr>
            <a:stCxn id="540" idx="6"/>
            <a:endCxn id="542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9" name="Google Shape;559;p27"/>
          <p:cNvCxnSpPr>
            <a:stCxn id="544" idx="3"/>
            <a:endCxn id="542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8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79" name="Google Shape;579;p28"/>
          <p:cNvCxnSpPr>
            <a:stCxn id="570" idx="2"/>
            <a:endCxn id="577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0" name="Google Shape;580;p28"/>
          <p:cNvCxnSpPr>
            <a:stCxn id="570" idx="4"/>
            <a:endCxn id="572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" name="Google Shape;581;p28"/>
          <p:cNvCxnSpPr>
            <a:stCxn id="576" idx="2"/>
            <a:endCxn id="572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" name="Google Shape;582;p28"/>
          <p:cNvCxnSpPr>
            <a:stCxn id="574" idx="2"/>
            <a:endCxn id="571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" name="Google Shape;583;p28"/>
          <p:cNvCxnSpPr>
            <a:stCxn id="574" idx="3"/>
            <a:endCxn id="578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" name="Google Shape;584;p28"/>
          <p:cNvCxnSpPr>
            <a:stCxn id="573" idx="6"/>
            <a:endCxn id="578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5" name="Google Shape;585;p28"/>
          <p:cNvCxnSpPr>
            <a:stCxn id="571" idx="4"/>
            <a:endCxn id="578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6" name="Google Shape;586;p28"/>
          <p:cNvCxnSpPr>
            <a:stCxn id="575" idx="5"/>
            <a:endCxn id="571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" name="Google Shape;587;p28"/>
          <p:cNvCxnSpPr>
            <a:stCxn id="577" idx="5"/>
            <a:endCxn id="575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8" name="Google Shape;588;p28"/>
          <p:cNvCxnSpPr>
            <a:stCxn id="577" idx="4"/>
            <a:endCxn id="573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" name="Google Shape;589;p28"/>
          <p:cNvCxnSpPr>
            <a:stCxn id="577" idx="6"/>
            <a:endCxn id="572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" name="Google Shape;590;p28"/>
          <p:cNvCxnSpPr>
            <a:stCxn id="572" idx="6"/>
            <a:endCxn id="574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1" name="Google Shape;591;p28"/>
          <p:cNvCxnSpPr>
            <a:stCxn id="576" idx="3"/>
            <a:endCxn id="574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9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08" name="Google Shape;608;p29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11" name="Google Shape;611;p29"/>
          <p:cNvCxnSpPr>
            <a:stCxn id="602" idx="2"/>
            <a:endCxn id="609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2" name="Google Shape;612;p29"/>
          <p:cNvCxnSpPr>
            <a:stCxn id="602" idx="4"/>
            <a:endCxn id="604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" name="Google Shape;613;p29"/>
          <p:cNvCxnSpPr>
            <a:stCxn id="608" idx="2"/>
            <a:endCxn id="604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" name="Google Shape;614;p29"/>
          <p:cNvCxnSpPr>
            <a:stCxn id="606" idx="2"/>
            <a:endCxn id="603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29"/>
          <p:cNvCxnSpPr>
            <a:stCxn id="606" idx="3"/>
            <a:endCxn id="610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29"/>
          <p:cNvCxnSpPr>
            <a:stCxn id="605" idx="6"/>
            <a:endCxn id="610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" name="Google Shape;617;p29"/>
          <p:cNvCxnSpPr>
            <a:stCxn id="603" idx="4"/>
            <a:endCxn id="610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29"/>
          <p:cNvCxnSpPr>
            <a:stCxn id="607" idx="5"/>
            <a:endCxn id="603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" name="Google Shape;619;p29"/>
          <p:cNvCxnSpPr>
            <a:stCxn id="609" idx="5"/>
            <a:endCxn id="607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" name="Google Shape;620;p29"/>
          <p:cNvCxnSpPr>
            <a:stCxn id="609" idx="4"/>
            <a:endCxn id="605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29"/>
          <p:cNvCxnSpPr>
            <a:stCxn id="609" idx="6"/>
            <a:endCxn id="604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2" name="Google Shape;622;p29"/>
          <p:cNvCxnSpPr>
            <a:stCxn id="604" idx="6"/>
            <a:endCxn id="606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" name="Google Shape;623;p29"/>
          <p:cNvCxnSpPr>
            <a:stCxn id="608" idx="3"/>
            <a:endCxn id="606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0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5" name="Google Shape;635;p30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39" name="Google Shape;639;p30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43" name="Google Shape;643;p30"/>
          <p:cNvCxnSpPr>
            <a:stCxn id="634" idx="2"/>
            <a:endCxn id="641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" name="Google Shape;644;p30"/>
          <p:cNvCxnSpPr>
            <a:stCxn id="634" idx="4"/>
            <a:endCxn id="636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5" name="Google Shape;645;p30"/>
          <p:cNvCxnSpPr>
            <a:stCxn id="640" idx="2"/>
            <a:endCxn id="636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6" name="Google Shape;646;p30"/>
          <p:cNvCxnSpPr>
            <a:stCxn id="638" idx="2"/>
            <a:endCxn id="635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" name="Google Shape;647;p30"/>
          <p:cNvCxnSpPr>
            <a:stCxn id="638" idx="3"/>
            <a:endCxn id="642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30"/>
          <p:cNvCxnSpPr>
            <a:stCxn id="637" idx="6"/>
            <a:endCxn id="642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30"/>
          <p:cNvCxnSpPr>
            <a:stCxn id="635" idx="4"/>
            <a:endCxn id="642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30"/>
          <p:cNvCxnSpPr>
            <a:stCxn id="639" idx="5"/>
            <a:endCxn id="635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" name="Google Shape;651;p30"/>
          <p:cNvCxnSpPr>
            <a:stCxn id="641" idx="5"/>
            <a:endCxn id="639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2" name="Google Shape;652;p30"/>
          <p:cNvCxnSpPr>
            <a:stCxn id="641" idx="4"/>
            <a:endCxn id="637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3" name="Google Shape;653;p30"/>
          <p:cNvCxnSpPr>
            <a:stCxn id="641" idx="6"/>
            <a:endCxn id="636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30"/>
          <p:cNvCxnSpPr>
            <a:stCxn id="636" idx="6"/>
            <a:endCxn id="638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5" name="Google Shape;655;p30"/>
          <p:cNvCxnSpPr>
            <a:stCxn id="640" idx="3"/>
            <a:endCxn id="638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71" name="Google Shape;671;p31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75" name="Google Shape;675;p31"/>
          <p:cNvCxnSpPr>
            <a:stCxn id="666" idx="2"/>
            <a:endCxn id="673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" name="Google Shape;676;p31"/>
          <p:cNvCxnSpPr>
            <a:stCxn id="666" idx="4"/>
            <a:endCxn id="668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7" name="Google Shape;677;p31"/>
          <p:cNvCxnSpPr>
            <a:stCxn id="672" idx="2"/>
            <a:endCxn id="668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8" name="Google Shape;678;p31"/>
          <p:cNvCxnSpPr>
            <a:stCxn id="670" idx="2"/>
            <a:endCxn id="667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" name="Google Shape;679;p31"/>
          <p:cNvCxnSpPr>
            <a:stCxn id="670" idx="3"/>
            <a:endCxn id="674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0" name="Google Shape;680;p31"/>
          <p:cNvCxnSpPr>
            <a:stCxn id="669" idx="6"/>
            <a:endCxn id="674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" name="Google Shape;681;p31"/>
          <p:cNvCxnSpPr>
            <a:stCxn id="667" idx="4"/>
            <a:endCxn id="674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" name="Google Shape;682;p31"/>
          <p:cNvCxnSpPr>
            <a:stCxn id="671" idx="5"/>
            <a:endCxn id="667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3" name="Google Shape;683;p31"/>
          <p:cNvCxnSpPr>
            <a:stCxn id="673" idx="5"/>
            <a:endCxn id="671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4" name="Google Shape;684;p31"/>
          <p:cNvCxnSpPr>
            <a:stCxn id="673" idx="4"/>
            <a:endCxn id="669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" name="Google Shape;685;p31"/>
          <p:cNvCxnSpPr>
            <a:stCxn id="673" idx="6"/>
            <a:endCxn id="668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6" name="Google Shape;686;p31"/>
          <p:cNvCxnSpPr>
            <a:stCxn id="668" idx="6"/>
            <a:endCxn id="670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7" name="Google Shape;687;p31"/>
          <p:cNvCxnSpPr>
            <a:stCxn id="672" idx="3"/>
            <a:endCxn id="670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2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2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32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700" name="Google Shape;700;p32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04" name="Google Shape;704;p32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05" name="Google Shape;705;p32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707" name="Google Shape;707;p32"/>
          <p:cNvCxnSpPr>
            <a:stCxn id="698" idx="2"/>
            <a:endCxn id="705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8" name="Google Shape;708;p32"/>
          <p:cNvCxnSpPr>
            <a:stCxn id="698" idx="4"/>
            <a:endCxn id="700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9" name="Google Shape;709;p32"/>
          <p:cNvCxnSpPr>
            <a:stCxn id="704" idx="2"/>
            <a:endCxn id="700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" name="Google Shape;710;p32"/>
          <p:cNvCxnSpPr>
            <a:stCxn id="702" idx="2"/>
            <a:endCxn id="699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" name="Google Shape;711;p32"/>
          <p:cNvCxnSpPr>
            <a:stCxn id="702" idx="3"/>
            <a:endCxn id="706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2" name="Google Shape;712;p32"/>
          <p:cNvCxnSpPr>
            <a:stCxn id="701" idx="6"/>
            <a:endCxn id="706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" name="Google Shape;713;p32"/>
          <p:cNvCxnSpPr>
            <a:stCxn id="699" idx="4"/>
            <a:endCxn id="706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32"/>
          <p:cNvCxnSpPr>
            <a:stCxn id="703" idx="5"/>
            <a:endCxn id="699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5" name="Google Shape;715;p32"/>
          <p:cNvCxnSpPr>
            <a:stCxn id="705" idx="5"/>
            <a:endCxn id="703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6" name="Google Shape;716;p32"/>
          <p:cNvCxnSpPr>
            <a:stCxn id="705" idx="4"/>
            <a:endCxn id="701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" name="Google Shape;717;p32"/>
          <p:cNvCxnSpPr>
            <a:stCxn id="705" idx="6"/>
            <a:endCxn id="700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8" name="Google Shape;718;p32"/>
          <p:cNvCxnSpPr>
            <a:stCxn id="700" idx="6"/>
            <a:endCxn id="702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" name="Google Shape;719;p32"/>
          <p:cNvCxnSpPr>
            <a:stCxn id="704" idx="3"/>
            <a:endCxn id="702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3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1628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3886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Simulate the algorithm by using depth-first search</a:t>
            </a:r>
            <a:endParaRPr/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O(n+m) time.</a:t>
            </a:r>
            <a:endParaRPr/>
          </a:p>
        </p:txBody>
      </p:sp>
      <p:sp>
        <p:nvSpPr>
          <p:cNvPr id="726" name="Google Shape;726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3"/>
          <p:cNvSpPr txBox="1"/>
          <p:nvPr/>
        </p:nvSpPr>
        <p:spPr>
          <a:xfrm>
            <a:off x="4648200" y="1848582"/>
            <a:ext cx="4038600" cy="3337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v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 start vertex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labeling of the vertices of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 the connected component of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setLabel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VISITED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G.incidentEdges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opposite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getLabel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UNEXPLORED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w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topological number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 - 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33"/>
          <p:cNvSpPr txBox="1"/>
          <p:nvPr/>
        </p:nvSpPr>
        <p:spPr>
          <a:xfrm>
            <a:off x="762000" y="2465387"/>
            <a:ext cx="3733800" cy="272844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ordering of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G.numVertices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G.vertices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setLabel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UNEXPLORED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G.vertices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if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getLabel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UNEXPLORED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4" name="Google Shape;734;p3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topological sorting orders of nodes  for following graphs.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1954212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cxnSp>
        <p:nvCxnSpPr>
          <p:cNvPr id="736" name="Google Shape;736;p34"/>
          <p:cNvCxnSpPr>
            <a:endCxn id="737" idx="0"/>
          </p:cNvCxnSpPr>
          <p:nvPr/>
        </p:nvCxnSpPr>
        <p:spPr>
          <a:xfrm>
            <a:off x="2232024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7" name="Google Shape;737;p34"/>
          <p:cNvSpPr/>
          <p:nvPr/>
        </p:nvSpPr>
        <p:spPr>
          <a:xfrm>
            <a:off x="1954212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1954212" y="4811713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/>
          </a:p>
        </p:txBody>
      </p:sp>
      <p:cxnSp>
        <p:nvCxnSpPr>
          <p:cNvPr id="739" name="Google Shape;739;p34"/>
          <p:cNvCxnSpPr>
            <a:stCxn id="737" idx="4"/>
            <a:endCxn id="738" idx="0"/>
          </p:cNvCxnSpPr>
          <p:nvPr/>
        </p:nvCxnSpPr>
        <p:spPr>
          <a:xfrm>
            <a:off x="2232024" y="4300538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0" name="Google Shape;740;p34"/>
          <p:cNvSpPr/>
          <p:nvPr/>
        </p:nvSpPr>
        <p:spPr>
          <a:xfrm>
            <a:off x="3657600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>
            <a:off x="5360988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3657600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5360988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3657599" y="4811713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5360985" y="4811713"/>
            <a:ext cx="555627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46" name="Google Shape;746;p34"/>
          <p:cNvCxnSpPr>
            <a:stCxn id="737" idx="6"/>
            <a:endCxn id="741" idx="3"/>
          </p:cNvCxnSpPr>
          <p:nvPr/>
        </p:nvCxnSpPr>
        <p:spPr>
          <a:xfrm rot="10800000" flipH="1">
            <a:off x="2509837" y="3139669"/>
            <a:ext cx="2932500" cy="87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7" name="Google Shape;747;p34"/>
          <p:cNvCxnSpPr>
            <a:stCxn id="737" idx="7"/>
            <a:endCxn id="740" idx="3"/>
          </p:cNvCxnSpPr>
          <p:nvPr/>
        </p:nvCxnSpPr>
        <p:spPr>
          <a:xfrm rot="10800000" flipH="1">
            <a:off x="2428468" y="3139697"/>
            <a:ext cx="1310400" cy="67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8" name="Google Shape;748;p34"/>
          <p:cNvCxnSpPr>
            <a:stCxn id="744" idx="2"/>
          </p:cNvCxnSpPr>
          <p:nvPr/>
        </p:nvCxnSpPr>
        <p:spPr>
          <a:xfrm rot="10800000">
            <a:off x="2422199" y="4207382"/>
            <a:ext cx="1235400" cy="887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" name="Google Shape;749;p34"/>
          <p:cNvCxnSpPr>
            <a:stCxn id="744" idx="0"/>
            <a:endCxn id="742" idx="4"/>
          </p:cNvCxnSpPr>
          <p:nvPr/>
        </p:nvCxnSpPr>
        <p:spPr>
          <a:xfrm rot="10800000">
            <a:off x="3935411" y="4300513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0" name="Google Shape;750;p34"/>
          <p:cNvCxnSpPr>
            <a:stCxn id="742" idx="0"/>
            <a:endCxn id="740" idx="4"/>
          </p:cNvCxnSpPr>
          <p:nvPr/>
        </p:nvCxnSpPr>
        <p:spPr>
          <a:xfrm rot="10800000">
            <a:off x="3935413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" name="Google Shape;751;p34"/>
          <p:cNvCxnSpPr>
            <a:stCxn id="743" idx="0"/>
            <a:endCxn id="741" idx="4"/>
          </p:cNvCxnSpPr>
          <p:nvPr/>
        </p:nvCxnSpPr>
        <p:spPr>
          <a:xfrm rot="10800000">
            <a:off x="5638800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" name="Google Shape;752;p34"/>
          <p:cNvCxnSpPr>
            <a:stCxn id="745" idx="0"/>
            <a:endCxn id="743" idx="4"/>
          </p:cNvCxnSpPr>
          <p:nvPr/>
        </p:nvCxnSpPr>
        <p:spPr>
          <a:xfrm rot="10800000">
            <a:off x="5638799" y="4300513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3" name="Google Shape;753;p34"/>
          <p:cNvCxnSpPr>
            <a:stCxn id="745" idx="2"/>
            <a:endCxn id="742" idx="5"/>
          </p:cNvCxnSpPr>
          <p:nvPr/>
        </p:nvCxnSpPr>
        <p:spPr>
          <a:xfrm rot="10800000">
            <a:off x="4131885" y="4217582"/>
            <a:ext cx="1229100" cy="87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2200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4086225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subgraph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Subgraph of a graph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all the vertices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subgraph that is itself a (free) tree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 (MST)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 of a weighted graph with minimum total edge weight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Communications networks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Transportation networks</a:t>
            </a:r>
            <a:endParaRPr/>
          </a:p>
          <a:p>
            <a:pPr marL="742950" marR="0" lvl="1" indent="-171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6296025" y="19050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7893050" y="2428875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PIT</a:t>
            </a: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7500938" y="520065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ATL</a:t>
            </a: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6159500" y="38481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STL</a:t>
            </a: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4664075" y="28956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</a:t>
            </a: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4800600" y="51435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7978775" y="3571875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</a:t>
            </a:r>
            <a:endParaRPr/>
          </a:p>
        </p:txBody>
      </p:sp>
      <p:cxnSp>
        <p:nvCxnSpPr>
          <p:cNvPr id="776" name="Google Shape;776;p36"/>
          <p:cNvCxnSpPr>
            <a:stCxn id="773" idx="7"/>
            <a:endCxn id="769" idx="3"/>
          </p:cNvCxnSpPr>
          <p:nvPr/>
        </p:nvCxnSpPr>
        <p:spPr>
          <a:xfrm rot="10800000" flipH="1">
            <a:off x="5463534" y="2295355"/>
            <a:ext cx="969600" cy="667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36"/>
          <p:cNvCxnSpPr>
            <a:stCxn id="772" idx="0"/>
            <a:endCxn id="769" idx="4"/>
          </p:cNvCxnSpPr>
          <p:nvPr/>
        </p:nvCxnSpPr>
        <p:spPr>
          <a:xfrm rot="10800000" flipH="1">
            <a:off x="6627812" y="2362200"/>
            <a:ext cx="136500" cy="148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8" name="Google Shape;778;p36"/>
          <p:cNvCxnSpPr>
            <a:stCxn id="772" idx="6"/>
            <a:endCxn id="775" idx="2"/>
          </p:cNvCxnSpPr>
          <p:nvPr/>
        </p:nvCxnSpPr>
        <p:spPr>
          <a:xfrm rot="10800000" flipH="1">
            <a:off x="7096125" y="3800400"/>
            <a:ext cx="882600" cy="276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36"/>
          <p:cNvCxnSpPr>
            <a:stCxn id="775" idx="0"/>
            <a:endCxn id="770" idx="4"/>
          </p:cNvCxnSpPr>
          <p:nvPr/>
        </p:nvCxnSpPr>
        <p:spPr>
          <a:xfrm rot="10800000">
            <a:off x="8361287" y="2886075"/>
            <a:ext cx="85800" cy="685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36"/>
          <p:cNvCxnSpPr>
            <a:stCxn id="769" idx="5"/>
            <a:endCxn id="770" idx="1"/>
          </p:cNvCxnSpPr>
          <p:nvPr/>
        </p:nvCxnSpPr>
        <p:spPr>
          <a:xfrm>
            <a:off x="7095484" y="2295245"/>
            <a:ext cx="934800" cy="20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36"/>
          <p:cNvCxnSpPr>
            <a:stCxn id="773" idx="4"/>
            <a:endCxn id="774" idx="0"/>
          </p:cNvCxnSpPr>
          <p:nvPr/>
        </p:nvCxnSpPr>
        <p:spPr>
          <a:xfrm>
            <a:off x="5132387" y="3352800"/>
            <a:ext cx="136500" cy="179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36"/>
          <p:cNvCxnSpPr>
            <a:stCxn id="775" idx="4"/>
            <a:endCxn id="771" idx="0"/>
          </p:cNvCxnSpPr>
          <p:nvPr/>
        </p:nvCxnSpPr>
        <p:spPr>
          <a:xfrm flipH="1">
            <a:off x="7969187" y="4029075"/>
            <a:ext cx="477900" cy="1171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3" name="Google Shape;783;p36"/>
          <p:cNvCxnSpPr>
            <a:stCxn id="771" idx="1"/>
            <a:endCxn id="772" idx="5"/>
          </p:cNvCxnSpPr>
          <p:nvPr/>
        </p:nvCxnSpPr>
        <p:spPr>
          <a:xfrm rot="10800000">
            <a:off x="6958904" y="4238305"/>
            <a:ext cx="679200" cy="102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4" name="Google Shape;784;p36"/>
          <p:cNvCxnSpPr>
            <a:stCxn id="774" idx="7"/>
            <a:endCxn id="772" idx="3"/>
          </p:cNvCxnSpPr>
          <p:nvPr/>
        </p:nvCxnSpPr>
        <p:spPr>
          <a:xfrm rot="10800000" flipH="1">
            <a:off x="5600059" y="4238455"/>
            <a:ext cx="696600" cy="97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5" name="Google Shape;785;p36"/>
          <p:cNvCxnSpPr>
            <a:stCxn id="773" idx="5"/>
            <a:endCxn id="772" idx="1"/>
          </p:cNvCxnSpPr>
          <p:nvPr/>
        </p:nvCxnSpPr>
        <p:spPr>
          <a:xfrm>
            <a:off x="5463534" y="3285845"/>
            <a:ext cx="833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86" name="Google Shape;786;p36"/>
          <p:cNvSpPr txBox="1"/>
          <p:nvPr/>
        </p:nvSpPr>
        <p:spPr>
          <a:xfrm>
            <a:off x="7381875" y="2041525"/>
            <a:ext cx="4603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787" name="Google Shape;787;p36"/>
          <p:cNvSpPr txBox="1"/>
          <p:nvPr/>
        </p:nvSpPr>
        <p:spPr>
          <a:xfrm>
            <a:off x="5619750" y="23463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8" name="Google Shape;788;p36"/>
          <p:cNvSpPr txBox="1"/>
          <p:nvPr/>
        </p:nvSpPr>
        <p:spPr>
          <a:xfrm>
            <a:off x="5773738" y="32607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789" name="Google Shape;789;p36"/>
          <p:cNvSpPr txBox="1"/>
          <p:nvPr/>
        </p:nvSpPr>
        <p:spPr>
          <a:xfrm>
            <a:off x="5638800" y="4419600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90" name="Google Shape;790;p36"/>
          <p:cNvSpPr txBox="1"/>
          <p:nvPr/>
        </p:nvSpPr>
        <p:spPr>
          <a:xfrm>
            <a:off x="6675438" y="296545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91" name="Google Shape;791;p36"/>
          <p:cNvSpPr txBox="1"/>
          <p:nvPr/>
        </p:nvSpPr>
        <p:spPr>
          <a:xfrm>
            <a:off x="7339013" y="356235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2" name="Google Shape;792;p36"/>
          <p:cNvSpPr txBox="1"/>
          <p:nvPr/>
        </p:nvSpPr>
        <p:spPr>
          <a:xfrm>
            <a:off x="8220075" y="4459288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3" name="Google Shape;793;p36"/>
          <p:cNvSpPr txBox="1"/>
          <p:nvPr/>
        </p:nvSpPr>
        <p:spPr>
          <a:xfrm>
            <a:off x="7232650" y="4413250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94" name="Google Shape;794;p36"/>
          <p:cNvSpPr txBox="1"/>
          <p:nvPr/>
        </p:nvSpPr>
        <p:spPr>
          <a:xfrm>
            <a:off x="8380413" y="30321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95" name="Google Shape;795;p36"/>
          <p:cNvSpPr txBox="1"/>
          <p:nvPr/>
        </p:nvSpPr>
        <p:spPr>
          <a:xfrm>
            <a:off x="5181600" y="39592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Property</a:t>
            </a:r>
            <a:endParaRPr/>
          </a:p>
        </p:txBody>
      </p:sp>
      <p:sp>
        <p:nvSpPr>
          <p:cNvPr id="801" name="Google Shape;801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Property: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 minimum spanning tree of a weighted graph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not in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cycle formed by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every edge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Proof: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contradiction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get a spanning tree of smaller weight by replacing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37"/>
          <p:cNvGrpSpPr/>
          <p:nvPr/>
        </p:nvGrpSpPr>
        <p:grpSpPr>
          <a:xfrm>
            <a:off x="5189538" y="1447800"/>
            <a:ext cx="3344862" cy="2119313"/>
            <a:chOff x="3269" y="969"/>
            <a:chExt cx="2107" cy="1335"/>
          </a:xfrm>
        </p:grpSpPr>
        <p:sp>
          <p:nvSpPr>
            <p:cNvPr id="804" name="Google Shape;804;p37"/>
            <p:cNvSpPr/>
            <p:nvPr/>
          </p:nvSpPr>
          <p:spPr>
            <a:xfrm>
              <a:off x="3504" y="120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752" y="100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3936" y="158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3312" y="20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5184" y="148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9" name="Google Shape;809;p37"/>
            <p:cNvSpPr/>
            <p:nvPr/>
          </p:nvSpPr>
          <p:spPr>
            <a:xfrm>
              <a:off x="4848" y="192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10" name="Google Shape;810;p37"/>
            <p:cNvCxnSpPr>
              <a:stCxn id="804" idx="5"/>
              <a:endCxn id="806" idx="1"/>
            </p:cNvCxnSpPr>
            <p:nvPr/>
          </p:nvCxnSpPr>
          <p:spPr>
            <a:xfrm>
              <a:off x="3668" y="1364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37"/>
            <p:cNvCxnSpPr>
              <a:stCxn id="806" idx="3"/>
              <a:endCxn id="807" idx="7"/>
            </p:cNvCxnSpPr>
            <p:nvPr/>
          </p:nvCxnSpPr>
          <p:spPr>
            <a:xfrm flipH="1">
              <a:off x="3364" y="1748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37"/>
            <p:cNvCxnSpPr>
              <a:stCxn id="804" idx="3"/>
              <a:endCxn id="807" idx="0"/>
            </p:cNvCxnSpPr>
            <p:nvPr/>
          </p:nvCxnSpPr>
          <p:spPr>
            <a:xfrm>
              <a:off x="3532" y="1364"/>
              <a:ext cx="0" cy="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37"/>
            <p:cNvCxnSpPr>
              <a:stCxn id="806" idx="6"/>
              <a:endCxn id="809" idx="1"/>
            </p:cNvCxnSpPr>
            <p:nvPr/>
          </p:nvCxnSpPr>
          <p:spPr>
            <a:xfrm>
              <a:off x="4128" y="1680"/>
              <a:ext cx="6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37"/>
            <p:cNvCxnSpPr>
              <a:stCxn id="807" idx="6"/>
              <a:endCxn id="809" idx="2"/>
            </p:cNvCxnSpPr>
            <p:nvPr/>
          </p:nvCxnSpPr>
          <p:spPr>
            <a:xfrm>
              <a:off x="3504" y="2112"/>
              <a:ext cx="1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37"/>
            <p:cNvCxnSpPr>
              <a:stCxn id="804" idx="6"/>
              <a:endCxn id="805" idx="2"/>
            </p:cNvCxnSpPr>
            <p:nvPr/>
          </p:nvCxnSpPr>
          <p:spPr>
            <a:xfrm rot="10800000" flipH="1">
              <a:off x="3696" y="996"/>
              <a:ext cx="12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37"/>
            <p:cNvCxnSpPr>
              <a:stCxn id="806" idx="7"/>
              <a:endCxn id="805" idx="3"/>
            </p:cNvCxnSpPr>
            <p:nvPr/>
          </p:nvCxnSpPr>
          <p:spPr>
            <a:xfrm rot="10800000" flipH="1">
              <a:off x="4100" y="1312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37"/>
            <p:cNvCxnSpPr>
              <a:stCxn id="808" idx="1"/>
              <a:endCxn id="805" idx="5"/>
            </p:cNvCxnSpPr>
            <p:nvPr/>
          </p:nvCxnSpPr>
          <p:spPr>
            <a:xfrm rot="10800000">
              <a:off x="4912" y="1216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37"/>
            <p:cNvCxnSpPr>
              <a:stCxn id="809" idx="7"/>
              <a:endCxn id="808" idx="3"/>
            </p:cNvCxnSpPr>
            <p:nvPr/>
          </p:nvCxnSpPr>
          <p:spPr>
            <a:xfrm rot="10800000" flipH="1">
              <a:off x="5012" y="1648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819" name="Google Shape;819;p37"/>
            <p:cNvSpPr txBox="1"/>
            <p:nvPr/>
          </p:nvSpPr>
          <p:spPr>
            <a:xfrm>
              <a:off x="4119" y="969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20" name="Google Shape;820;p37"/>
            <p:cNvSpPr txBox="1"/>
            <p:nvPr/>
          </p:nvSpPr>
          <p:spPr>
            <a:xfrm>
              <a:off x="5093" y="115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821" name="Google Shape;821;p37"/>
            <p:cNvSpPr txBox="1"/>
            <p:nvPr/>
          </p:nvSpPr>
          <p:spPr>
            <a:xfrm>
              <a:off x="3269" y="150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822" name="Google Shape;822;p37"/>
            <p:cNvSpPr txBox="1"/>
            <p:nvPr/>
          </p:nvSpPr>
          <p:spPr>
            <a:xfrm>
              <a:off x="4469" y="158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823" name="Google Shape;823;p37"/>
            <p:cNvSpPr txBox="1"/>
            <p:nvPr/>
          </p:nvSpPr>
          <p:spPr>
            <a:xfrm>
              <a:off x="3639" y="1449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824" name="Google Shape;824;p37"/>
            <p:cNvSpPr txBox="1"/>
            <p:nvPr/>
          </p:nvSpPr>
          <p:spPr>
            <a:xfrm>
              <a:off x="4042" y="2073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25" name="Google Shape;825;p37"/>
            <p:cNvSpPr txBox="1"/>
            <p:nvPr/>
          </p:nvSpPr>
          <p:spPr>
            <a:xfrm>
              <a:off x="5114" y="173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26" name="Google Shape;826;p37"/>
            <p:cNvSpPr txBox="1"/>
            <p:nvPr/>
          </p:nvSpPr>
          <p:spPr>
            <a:xfrm>
              <a:off x="4469" y="134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827" name="Google Shape;827;p37"/>
            <p:cNvSpPr txBox="1"/>
            <p:nvPr/>
          </p:nvSpPr>
          <p:spPr>
            <a:xfrm>
              <a:off x="3769" y="180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28" name="Google Shape;828;p37"/>
            <p:cNvSpPr txBox="1"/>
            <p:nvPr/>
          </p:nvSpPr>
          <p:spPr>
            <a:xfrm>
              <a:off x="4927" y="1623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829" name="Google Shape;829;p37"/>
            <p:cNvSpPr txBox="1"/>
            <p:nvPr/>
          </p:nvSpPr>
          <p:spPr>
            <a:xfrm>
              <a:off x="3831" y="1260"/>
              <a:ext cx="26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2000" b="1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0" name="Google Shape;830;p37"/>
            <p:cNvSpPr txBox="1"/>
            <p:nvPr/>
          </p:nvSpPr>
          <p:spPr>
            <a:xfrm>
              <a:off x="3854" y="1017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</p:grpSp>
      <p:grpSp>
        <p:nvGrpSpPr>
          <p:cNvPr id="831" name="Google Shape;831;p37"/>
          <p:cNvGrpSpPr/>
          <p:nvPr/>
        </p:nvGrpSpPr>
        <p:grpSpPr>
          <a:xfrm>
            <a:off x="5189538" y="4357688"/>
            <a:ext cx="3344862" cy="2119312"/>
            <a:chOff x="3269" y="2697"/>
            <a:chExt cx="2107" cy="1335"/>
          </a:xfrm>
        </p:grpSpPr>
        <p:sp>
          <p:nvSpPr>
            <p:cNvPr id="832" name="Google Shape;832;p37"/>
            <p:cNvSpPr/>
            <p:nvPr/>
          </p:nvSpPr>
          <p:spPr>
            <a:xfrm>
              <a:off x="3504" y="292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4752" y="273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3936" y="331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>
              <a:off x="3312" y="374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>
              <a:off x="5184" y="32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7" name="Google Shape;837;p37"/>
            <p:cNvSpPr/>
            <p:nvPr/>
          </p:nvSpPr>
          <p:spPr>
            <a:xfrm>
              <a:off x="4848" y="364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38" name="Google Shape;838;p37"/>
            <p:cNvCxnSpPr>
              <a:stCxn id="832" idx="5"/>
              <a:endCxn id="834" idx="1"/>
            </p:cNvCxnSpPr>
            <p:nvPr/>
          </p:nvCxnSpPr>
          <p:spPr>
            <a:xfrm>
              <a:off x="3668" y="3092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37"/>
            <p:cNvCxnSpPr>
              <a:stCxn id="834" idx="3"/>
              <a:endCxn id="835" idx="7"/>
            </p:cNvCxnSpPr>
            <p:nvPr/>
          </p:nvCxnSpPr>
          <p:spPr>
            <a:xfrm flipH="1">
              <a:off x="3364" y="3476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0" name="Google Shape;840;p37"/>
            <p:cNvCxnSpPr>
              <a:stCxn id="832" idx="3"/>
              <a:endCxn id="835" idx="0"/>
            </p:cNvCxnSpPr>
            <p:nvPr/>
          </p:nvCxnSpPr>
          <p:spPr>
            <a:xfrm>
              <a:off x="3532" y="3092"/>
              <a:ext cx="0" cy="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37"/>
            <p:cNvCxnSpPr>
              <a:stCxn id="834" idx="6"/>
              <a:endCxn id="837" idx="1"/>
            </p:cNvCxnSpPr>
            <p:nvPr/>
          </p:nvCxnSpPr>
          <p:spPr>
            <a:xfrm>
              <a:off x="4128" y="3408"/>
              <a:ext cx="6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2" name="Google Shape;842;p37"/>
            <p:cNvCxnSpPr>
              <a:stCxn id="835" idx="6"/>
              <a:endCxn id="837" idx="2"/>
            </p:cNvCxnSpPr>
            <p:nvPr/>
          </p:nvCxnSpPr>
          <p:spPr>
            <a:xfrm>
              <a:off x="3504" y="3840"/>
              <a:ext cx="1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3" name="Google Shape;843;p37"/>
            <p:cNvCxnSpPr>
              <a:stCxn id="832" idx="6"/>
              <a:endCxn id="833" idx="2"/>
            </p:cNvCxnSpPr>
            <p:nvPr/>
          </p:nvCxnSpPr>
          <p:spPr>
            <a:xfrm rot="10800000" flipH="1">
              <a:off x="3696" y="2724"/>
              <a:ext cx="1200" cy="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44" name="Google Shape;844;p37"/>
            <p:cNvCxnSpPr>
              <a:stCxn id="834" idx="7"/>
              <a:endCxn id="833" idx="3"/>
            </p:cNvCxnSpPr>
            <p:nvPr/>
          </p:nvCxnSpPr>
          <p:spPr>
            <a:xfrm rot="10800000" flipH="1">
              <a:off x="4100" y="3040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5" name="Google Shape;845;p37"/>
            <p:cNvCxnSpPr>
              <a:stCxn id="836" idx="1"/>
              <a:endCxn id="833" idx="5"/>
            </p:cNvCxnSpPr>
            <p:nvPr/>
          </p:nvCxnSpPr>
          <p:spPr>
            <a:xfrm rot="10800000">
              <a:off x="4912" y="2944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6" name="Google Shape;846;p37"/>
            <p:cNvCxnSpPr>
              <a:stCxn id="837" idx="7"/>
              <a:endCxn id="836" idx="3"/>
            </p:cNvCxnSpPr>
            <p:nvPr/>
          </p:nvCxnSpPr>
          <p:spPr>
            <a:xfrm rot="10800000" flipH="1">
              <a:off x="5012" y="3376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7" name="Google Shape;847;p37"/>
            <p:cNvSpPr txBox="1"/>
            <p:nvPr/>
          </p:nvSpPr>
          <p:spPr>
            <a:xfrm>
              <a:off x="4119" y="2697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48" name="Google Shape;848;p37"/>
            <p:cNvSpPr txBox="1"/>
            <p:nvPr/>
          </p:nvSpPr>
          <p:spPr>
            <a:xfrm>
              <a:off x="5093" y="2880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849" name="Google Shape;849;p37"/>
            <p:cNvSpPr txBox="1"/>
            <p:nvPr/>
          </p:nvSpPr>
          <p:spPr>
            <a:xfrm>
              <a:off x="3269" y="323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850" name="Google Shape;850;p37"/>
            <p:cNvSpPr txBox="1"/>
            <p:nvPr/>
          </p:nvSpPr>
          <p:spPr>
            <a:xfrm>
              <a:off x="4469" y="331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851" name="Google Shape;851;p37"/>
            <p:cNvSpPr txBox="1"/>
            <p:nvPr/>
          </p:nvSpPr>
          <p:spPr>
            <a:xfrm>
              <a:off x="3639" y="3177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852" name="Google Shape;852;p37"/>
            <p:cNvSpPr txBox="1"/>
            <p:nvPr/>
          </p:nvSpPr>
          <p:spPr>
            <a:xfrm>
              <a:off x="4042" y="3801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53" name="Google Shape;853;p37"/>
            <p:cNvSpPr txBox="1"/>
            <p:nvPr/>
          </p:nvSpPr>
          <p:spPr>
            <a:xfrm>
              <a:off x="5114" y="346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54" name="Google Shape;854;p37"/>
            <p:cNvSpPr txBox="1"/>
            <p:nvPr/>
          </p:nvSpPr>
          <p:spPr>
            <a:xfrm>
              <a:off x="4469" y="307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855" name="Google Shape;855;p37"/>
            <p:cNvSpPr txBox="1"/>
            <p:nvPr/>
          </p:nvSpPr>
          <p:spPr>
            <a:xfrm>
              <a:off x="3769" y="353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56" name="Google Shape;856;p37"/>
            <p:cNvSpPr txBox="1"/>
            <p:nvPr/>
          </p:nvSpPr>
          <p:spPr>
            <a:xfrm>
              <a:off x="3792" y="2995"/>
              <a:ext cx="26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2000" b="1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p37"/>
            <p:cNvSpPr txBox="1"/>
            <p:nvPr/>
          </p:nvSpPr>
          <p:spPr>
            <a:xfrm>
              <a:off x="4925" y="3357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858" name="Google Shape;858;p37"/>
            <p:cNvSpPr txBox="1"/>
            <p:nvPr/>
          </p:nvSpPr>
          <p:spPr>
            <a:xfrm>
              <a:off x="3852" y="2751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</p:grpSp>
      <p:sp>
        <p:nvSpPr>
          <p:cNvPr id="859" name="Google Shape;859;p37"/>
          <p:cNvSpPr/>
          <p:nvPr/>
        </p:nvSpPr>
        <p:spPr>
          <a:xfrm>
            <a:off x="5772150" y="3792538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p37"/>
          <p:cNvSpPr txBox="1"/>
          <p:nvPr/>
        </p:nvSpPr>
        <p:spPr>
          <a:xfrm>
            <a:off x="6238875" y="3640138"/>
            <a:ext cx="26003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Replacing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better spanning tree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Property</a:t>
            </a:r>
            <a:endParaRPr/>
          </a:p>
        </p:txBody>
      </p:sp>
      <p:sp>
        <p:nvSpPr>
          <p:cNvPr id="866" name="Google Shape;866;p3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4724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Property: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 partition of the vertices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subsets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minimum weight across the partition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minimum spanning tree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edge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Proof: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MST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does not contain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consider the cycle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formed by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let 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across the partition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the cycle property,</a:t>
            </a:r>
            <a:b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Thus,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obtain another MST by replacing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867" name="Google Shape;867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7548563" y="4191000"/>
            <a:ext cx="1293812" cy="2133600"/>
          </a:xfrm>
          <a:custGeom>
            <a:avLst/>
            <a:gdLst/>
            <a:ahLst/>
            <a:cxnLst/>
            <a:rect l="l" t="t" r="r" b="b"/>
            <a:pathLst>
              <a:path w="815" h="1344" extrusionOk="0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0" y="1222"/>
                  <a:pt x="594" y="1125"/>
                </a:cubicBezTo>
                <a:cubicBezTo>
                  <a:pt x="688" y="1028"/>
                  <a:pt x="811" y="840"/>
                  <a:pt x="813" y="696"/>
                </a:cubicBezTo>
                <a:cubicBezTo>
                  <a:pt x="815" y="552"/>
                  <a:pt x="716" y="363"/>
                  <a:pt x="606" y="261"/>
                </a:cubicBezTo>
                <a:cubicBezTo>
                  <a:pt x="496" y="15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5257800" y="4564063"/>
            <a:ext cx="1685925" cy="1911350"/>
          </a:xfrm>
          <a:custGeom>
            <a:avLst/>
            <a:gdLst/>
            <a:ahLst/>
            <a:cxnLst/>
            <a:rect l="l" t="t" r="r" b="b"/>
            <a:pathLst>
              <a:path w="1062" h="1204" extrusionOk="0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0" name="Google Shape;870;p38"/>
          <p:cNvSpPr txBox="1"/>
          <p:nvPr/>
        </p:nvSpPr>
        <p:spPr>
          <a:xfrm>
            <a:off x="5691188" y="41910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871" name="Google Shape;871;p38"/>
          <p:cNvSpPr txBox="1"/>
          <p:nvPr/>
        </p:nvSpPr>
        <p:spPr>
          <a:xfrm>
            <a:off x="8281988" y="41910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872" name="Google Shape;872;p38"/>
          <p:cNvSpPr/>
          <p:nvPr/>
        </p:nvSpPr>
        <p:spPr>
          <a:xfrm>
            <a:off x="7572375" y="1219200"/>
            <a:ext cx="1250950" cy="2133600"/>
          </a:xfrm>
          <a:custGeom>
            <a:avLst/>
            <a:gdLst/>
            <a:ahLst/>
            <a:cxnLst/>
            <a:rect l="l" t="t" r="r" b="b"/>
            <a:pathLst>
              <a:path w="788" h="1344" extrusionOk="0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4" y="1232"/>
                  <a:pt x="594" y="1125"/>
                </a:cubicBezTo>
                <a:cubicBezTo>
                  <a:pt x="684" y="1018"/>
                  <a:pt x="784" y="780"/>
                  <a:pt x="786" y="636"/>
                </a:cubicBezTo>
                <a:cubicBezTo>
                  <a:pt x="788" y="492"/>
                  <a:pt x="712" y="353"/>
                  <a:pt x="606" y="261"/>
                </a:cubicBezTo>
                <a:cubicBezTo>
                  <a:pt x="500" y="16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5281613" y="1592263"/>
            <a:ext cx="1685925" cy="1911350"/>
          </a:xfrm>
          <a:custGeom>
            <a:avLst/>
            <a:gdLst/>
            <a:ahLst/>
            <a:cxnLst/>
            <a:rect l="l" t="t" r="r" b="b"/>
            <a:pathLst>
              <a:path w="1062" h="1204" extrusionOk="0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38"/>
          <p:cNvSpPr/>
          <p:nvPr/>
        </p:nvSpPr>
        <p:spPr>
          <a:xfrm>
            <a:off x="5791200" y="17240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7772400" y="14192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6477000" y="23336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5486400" y="30194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8458200" y="21812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7924800" y="28670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0" name="Google Shape;880;p38"/>
          <p:cNvCxnSpPr>
            <a:stCxn id="874" idx="5"/>
            <a:endCxn id="876" idx="1"/>
          </p:cNvCxnSpPr>
          <p:nvPr/>
        </p:nvCxnSpPr>
        <p:spPr>
          <a:xfrm>
            <a:off x="6051363" y="1984188"/>
            <a:ext cx="470400" cy="39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38"/>
          <p:cNvCxnSpPr>
            <a:stCxn id="876" idx="3"/>
            <a:endCxn id="877" idx="7"/>
          </p:cNvCxnSpPr>
          <p:nvPr/>
        </p:nvCxnSpPr>
        <p:spPr>
          <a:xfrm flipH="1">
            <a:off x="5746437" y="2593788"/>
            <a:ext cx="775200" cy="4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38"/>
          <p:cNvCxnSpPr>
            <a:stCxn id="874" idx="3"/>
            <a:endCxn id="877" idx="0"/>
          </p:cNvCxnSpPr>
          <p:nvPr/>
        </p:nvCxnSpPr>
        <p:spPr>
          <a:xfrm flipH="1">
            <a:off x="5638737" y="1984188"/>
            <a:ext cx="197100" cy="103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38"/>
          <p:cNvCxnSpPr>
            <a:stCxn id="876" idx="6"/>
            <a:endCxn id="879" idx="1"/>
          </p:cNvCxnSpPr>
          <p:nvPr/>
        </p:nvCxnSpPr>
        <p:spPr>
          <a:xfrm>
            <a:off x="6781800" y="2486025"/>
            <a:ext cx="1187700" cy="42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38"/>
          <p:cNvCxnSpPr>
            <a:stCxn id="877" idx="6"/>
            <a:endCxn id="879" idx="2"/>
          </p:cNvCxnSpPr>
          <p:nvPr/>
        </p:nvCxnSpPr>
        <p:spPr>
          <a:xfrm rot="10800000" flipH="1">
            <a:off x="5791200" y="3019425"/>
            <a:ext cx="2133600" cy="15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5" name="Google Shape;885;p38"/>
          <p:cNvCxnSpPr>
            <a:stCxn id="874" idx="6"/>
            <a:endCxn id="875" idx="2"/>
          </p:cNvCxnSpPr>
          <p:nvPr/>
        </p:nvCxnSpPr>
        <p:spPr>
          <a:xfrm rot="10800000" flipH="1">
            <a:off x="6096000" y="1571625"/>
            <a:ext cx="1676400" cy="304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6" name="Google Shape;886;p38"/>
          <p:cNvCxnSpPr>
            <a:stCxn id="876" idx="7"/>
            <a:endCxn id="875" idx="3"/>
          </p:cNvCxnSpPr>
          <p:nvPr/>
        </p:nvCxnSpPr>
        <p:spPr>
          <a:xfrm rot="10800000" flipH="1">
            <a:off x="6737163" y="1679262"/>
            <a:ext cx="1080000" cy="69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7" name="Google Shape;887;p38"/>
          <p:cNvCxnSpPr>
            <a:stCxn id="878" idx="1"/>
            <a:endCxn id="875" idx="5"/>
          </p:cNvCxnSpPr>
          <p:nvPr/>
        </p:nvCxnSpPr>
        <p:spPr>
          <a:xfrm rot="10800000">
            <a:off x="8032437" y="1679262"/>
            <a:ext cx="470400" cy="54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38"/>
          <p:cNvCxnSpPr>
            <a:stCxn id="879" idx="7"/>
            <a:endCxn id="878" idx="3"/>
          </p:cNvCxnSpPr>
          <p:nvPr/>
        </p:nvCxnSpPr>
        <p:spPr>
          <a:xfrm rot="10800000" flipH="1">
            <a:off x="8184963" y="2441262"/>
            <a:ext cx="318000" cy="47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9" name="Google Shape;889;p38"/>
          <p:cNvSpPr txBox="1"/>
          <p:nvPr/>
        </p:nvSpPr>
        <p:spPr>
          <a:xfrm>
            <a:off x="6767513" y="13573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890" name="Google Shape;890;p38"/>
          <p:cNvSpPr txBox="1"/>
          <p:nvPr/>
        </p:nvSpPr>
        <p:spPr>
          <a:xfrm>
            <a:off x="8313738" y="16478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91" name="Google Shape;891;p38"/>
          <p:cNvSpPr txBox="1"/>
          <p:nvPr/>
        </p:nvSpPr>
        <p:spPr>
          <a:xfrm>
            <a:off x="5418138" y="2206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92" name="Google Shape;892;p38"/>
          <p:cNvSpPr txBox="1"/>
          <p:nvPr/>
        </p:nvSpPr>
        <p:spPr>
          <a:xfrm>
            <a:off x="7323138" y="2333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893" name="Google Shape;893;p38"/>
          <p:cNvSpPr txBox="1"/>
          <p:nvPr/>
        </p:nvSpPr>
        <p:spPr>
          <a:xfrm>
            <a:off x="6005513" y="21193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94" name="Google Shape;894;p38"/>
          <p:cNvSpPr txBox="1"/>
          <p:nvPr/>
        </p:nvSpPr>
        <p:spPr>
          <a:xfrm>
            <a:off x="6645275" y="3109913"/>
            <a:ext cx="3095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895" name="Google Shape;895;p38"/>
          <p:cNvSpPr txBox="1"/>
          <p:nvPr/>
        </p:nvSpPr>
        <p:spPr>
          <a:xfrm>
            <a:off x="8305800" y="2667000"/>
            <a:ext cx="3095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96" name="Google Shape;896;p38"/>
          <p:cNvSpPr txBox="1"/>
          <p:nvPr/>
        </p:nvSpPr>
        <p:spPr>
          <a:xfrm>
            <a:off x="7323138" y="1952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897" name="Google Shape;897;p38"/>
          <p:cNvSpPr txBox="1"/>
          <p:nvPr/>
        </p:nvSpPr>
        <p:spPr>
          <a:xfrm>
            <a:off x="6211888" y="268287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898" name="Google Shape;898;p38"/>
          <p:cNvSpPr txBox="1"/>
          <p:nvPr/>
        </p:nvSpPr>
        <p:spPr>
          <a:xfrm>
            <a:off x="7077075" y="2762250"/>
            <a:ext cx="285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899" name="Google Shape;899;p38"/>
          <p:cNvSpPr txBox="1"/>
          <p:nvPr/>
        </p:nvSpPr>
        <p:spPr>
          <a:xfrm>
            <a:off x="6346825" y="14335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900" name="Google Shape;900;p38"/>
          <p:cNvSpPr/>
          <p:nvPr/>
        </p:nvSpPr>
        <p:spPr>
          <a:xfrm>
            <a:off x="5867400" y="3657600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5791200" y="47101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2" name="Google Shape;902;p38"/>
          <p:cNvSpPr/>
          <p:nvPr/>
        </p:nvSpPr>
        <p:spPr>
          <a:xfrm>
            <a:off x="7772400" y="44053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3" name="Google Shape;903;p38"/>
          <p:cNvSpPr/>
          <p:nvPr/>
        </p:nvSpPr>
        <p:spPr>
          <a:xfrm>
            <a:off x="6477000" y="53197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5486400" y="60055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5" name="Google Shape;905;p38"/>
          <p:cNvSpPr/>
          <p:nvPr/>
        </p:nvSpPr>
        <p:spPr>
          <a:xfrm>
            <a:off x="8458200" y="51673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6" name="Google Shape;906;p38"/>
          <p:cNvSpPr/>
          <p:nvPr/>
        </p:nvSpPr>
        <p:spPr>
          <a:xfrm>
            <a:off x="7924800" y="58531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7" name="Google Shape;907;p38"/>
          <p:cNvCxnSpPr>
            <a:stCxn id="901" idx="5"/>
            <a:endCxn id="903" idx="1"/>
          </p:cNvCxnSpPr>
          <p:nvPr/>
        </p:nvCxnSpPr>
        <p:spPr>
          <a:xfrm>
            <a:off x="6051363" y="4970276"/>
            <a:ext cx="470400" cy="39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8" name="Google Shape;908;p38"/>
          <p:cNvCxnSpPr>
            <a:stCxn id="903" idx="3"/>
            <a:endCxn id="904" idx="7"/>
          </p:cNvCxnSpPr>
          <p:nvPr/>
        </p:nvCxnSpPr>
        <p:spPr>
          <a:xfrm flipH="1">
            <a:off x="5746437" y="5579876"/>
            <a:ext cx="775200" cy="4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38"/>
          <p:cNvCxnSpPr>
            <a:stCxn id="901" idx="3"/>
            <a:endCxn id="904" idx="0"/>
          </p:cNvCxnSpPr>
          <p:nvPr/>
        </p:nvCxnSpPr>
        <p:spPr>
          <a:xfrm flipH="1">
            <a:off x="5638737" y="4970276"/>
            <a:ext cx="197100" cy="103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38"/>
          <p:cNvCxnSpPr>
            <a:stCxn id="903" idx="6"/>
            <a:endCxn id="906" idx="1"/>
          </p:cNvCxnSpPr>
          <p:nvPr/>
        </p:nvCxnSpPr>
        <p:spPr>
          <a:xfrm>
            <a:off x="6781800" y="5472113"/>
            <a:ext cx="1187700" cy="42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38"/>
          <p:cNvCxnSpPr>
            <a:stCxn id="904" idx="6"/>
            <a:endCxn id="906" idx="2"/>
          </p:cNvCxnSpPr>
          <p:nvPr/>
        </p:nvCxnSpPr>
        <p:spPr>
          <a:xfrm rot="10800000" flipH="1">
            <a:off x="5791200" y="6005513"/>
            <a:ext cx="2133600" cy="152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38"/>
          <p:cNvCxnSpPr>
            <a:stCxn id="901" idx="6"/>
            <a:endCxn id="902" idx="2"/>
          </p:cNvCxnSpPr>
          <p:nvPr/>
        </p:nvCxnSpPr>
        <p:spPr>
          <a:xfrm rot="10800000" flipH="1">
            <a:off x="6096000" y="4557713"/>
            <a:ext cx="1676400" cy="30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38"/>
          <p:cNvCxnSpPr>
            <a:stCxn id="903" idx="7"/>
            <a:endCxn id="902" idx="3"/>
          </p:cNvCxnSpPr>
          <p:nvPr/>
        </p:nvCxnSpPr>
        <p:spPr>
          <a:xfrm rot="10800000" flipH="1">
            <a:off x="6737163" y="4665350"/>
            <a:ext cx="1080000" cy="69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4" name="Google Shape;914;p38"/>
          <p:cNvCxnSpPr>
            <a:stCxn id="905" idx="1"/>
            <a:endCxn id="902" idx="5"/>
          </p:cNvCxnSpPr>
          <p:nvPr/>
        </p:nvCxnSpPr>
        <p:spPr>
          <a:xfrm rot="10800000">
            <a:off x="8032437" y="4665350"/>
            <a:ext cx="470400" cy="54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38"/>
          <p:cNvCxnSpPr>
            <a:stCxn id="906" idx="7"/>
            <a:endCxn id="905" idx="3"/>
          </p:cNvCxnSpPr>
          <p:nvPr/>
        </p:nvCxnSpPr>
        <p:spPr>
          <a:xfrm rot="10800000" flipH="1">
            <a:off x="8184963" y="5427350"/>
            <a:ext cx="318000" cy="47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6" name="Google Shape;916;p38"/>
          <p:cNvSpPr txBox="1"/>
          <p:nvPr/>
        </p:nvSpPr>
        <p:spPr>
          <a:xfrm>
            <a:off x="6767513" y="4343400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17" name="Google Shape;917;p38"/>
          <p:cNvSpPr txBox="1"/>
          <p:nvPr/>
        </p:nvSpPr>
        <p:spPr>
          <a:xfrm>
            <a:off x="8313738" y="46339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18" name="Google Shape;918;p38"/>
          <p:cNvSpPr txBox="1"/>
          <p:nvPr/>
        </p:nvSpPr>
        <p:spPr>
          <a:xfrm>
            <a:off x="5418138" y="5192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19" name="Google Shape;919;p38"/>
          <p:cNvSpPr txBox="1"/>
          <p:nvPr/>
        </p:nvSpPr>
        <p:spPr>
          <a:xfrm>
            <a:off x="7323138" y="5319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20" name="Google Shape;920;p38"/>
          <p:cNvSpPr txBox="1"/>
          <p:nvPr/>
        </p:nvSpPr>
        <p:spPr>
          <a:xfrm>
            <a:off x="6005513" y="5105400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21" name="Google Shape;921;p38"/>
          <p:cNvSpPr txBox="1"/>
          <p:nvPr/>
        </p:nvSpPr>
        <p:spPr>
          <a:xfrm>
            <a:off x="6645275" y="6096000"/>
            <a:ext cx="3095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22" name="Google Shape;922;p38"/>
          <p:cNvSpPr txBox="1"/>
          <p:nvPr/>
        </p:nvSpPr>
        <p:spPr>
          <a:xfrm>
            <a:off x="8305800" y="5653088"/>
            <a:ext cx="3095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23" name="Google Shape;923;p38"/>
          <p:cNvSpPr txBox="1"/>
          <p:nvPr/>
        </p:nvSpPr>
        <p:spPr>
          <a:xfrm>
            <a:off x="7323138" y="4938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924" name="Google Shape;924;p38"/>
          <p:cNvSpPr txBox="1"/>
          <p:nvPr/>
        </p:nvSpPr>
        <p:spPr>
          <a:xfrm>
            <a:off x="6211888" y="566896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25" name="Google Shape;925;p38"/>
          <p:cNvSpPr txBox="1"/>
          <p:nvPr/>
        </p:nvSpPr>
        <p:spPr>
          <a:xfrm>
            <a:off x="7077075" y="5748338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926" name="Google Shape;926;p38"/>
          <p:cNvSpPr txBox="1"/>
          <p:nvPr/>
        </p:nvSpPr>
        <p:spPr>
          <a:xfrm>
            <a:off x="6346825" y="4419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927" name="Google Shape;927;p38"/>
          <p:cNvSpPr txBox="1"/>
          <p:nvPr/>
        </p:nvSpPr>
        <p:spPr>
          <a:xfrm>
            <a:off x="6238875" y="3505200"/>
            <a:ext cx="26003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Replacing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MST</a:t>
            </a:r>
            <a:endParaRPr/>
          </a:p>
        </p:txBody>
      </p:sp>
      <p:sp>
        <p:nvSpPr>
          <p:cNvPr id="928" name="Google Shape;928;p38"/>
          <p:cNvSpPr txBox="1"/>
          <p:nvPr/>
        </p:nvSpPr>
        <p:spPr>
          <a:xfrm>
            <a:off x="5715000" y="12192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929" name="Google Shape;929;p38"/>
          <p:cNvSpPr txBox="1"/>
          <p:nvPr/>
        </p:nvSpPr>
        <p:spPr>
          <a:xfrm>
            <a:off x="8305800" y="12192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9"/>
          <p:cNvSpPr/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Kruskal’s Algorithm</a:t>
            </a:r>
            <a:endParaRPr/>
          </a:p>
        </p:txBody>
      </p:sp>
      <p:sp>
        <p:nvSpPr>
          <p:cNvPr id="936" name="Google Shape;936;p39" descr="Rectangle: Click to edit Master text styles&#10;Second level&#10;Third level&#10;Fourth level&#10;Fifth level"/>
          <p:cNvSpPr/>
          <p:nvPr/>
        </p:nvSpPr>
        <p:spPr>
          <a:xfrm>
            <a:off x="704850" y="1774825"/>
            <a:ext cx="3429000" cy="470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queue stores the edges outside the cloud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Key: weight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Element: edge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end of the algorithm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are left with one cloud that encompasses the MST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which is our MST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39"/>
          <p:cNvSpPr txBox="1"/>
          <p:nvPr/>
        </p:nvSpPr>
        <p:spPr>
          <a:xfrm>
            <a:off x="4267200" y="1870770"/>
            <a:ext cx="4648200" cy="353943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KruskalMST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define a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← {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a priority queue.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Insert all edges into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their 	weights as the key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∅	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fewer than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edges 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edge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T.removeMin()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the endpoints of </a:t>
            </a: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Cloud(u)</a:t>
            </a: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Add edge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Cloud(u)</a:t>
            </a:r>
            <a:endParaRPr sz="2000" b="1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20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 b="1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0"/>
          <p:cNvSpPr/>
          <p:nvPr/>
        </p:nvSpPr>
        <p:spPr>
          <a:xfrm>
            <a:off x="5653617" y="1679200"/>
            <a:ext cx="1985766" cy="1473592"/>
          </a:xfrm>
          <a:custGeom>
            <a:avLst/>
            <a:gdLst/>
            <a:ahLst/>
            <a:cxnLst/>
            <a:rect l="l" t="t" r="r" b="b"/>
            <a:pathLst>
              <a:path w="1985766" h="1473592" extrusionOk="0">
                <a:moveTo>
                  <a:pt x="1528233" y="35300"/>
                </a:moveTo>
                <a:cubicBezTo>
                  <a:pt x="1394883" y="-1213"/>
                  <a:pt x="1250420" y="-25025"/>
                  <a:pt x="1080558" y="44825"/>
                </a:cubicBezTo>
                <a:cubicBezTo>
                  <a:pt x="910696" y="114675"/>
                  <a:pt x="683683" y="298825"/>
                  <a:pt x="509058" y="454400"/>
                </a:cubicBezTo>
                <a:cubicBezTo>
                  <a:pt x="334433" y="609975"/>
                  <a:pt x="101070" y="840163"/>
                  <a:pt x="32808" y="978275"/>
                </a:cubicBezTo>
                <a:cubicBezTo>
                  <a:pt x="-35454" y="1116387"/>
                  <a:pt x="10583" y="1200525"/>
                  <a:pt x="99483" y="1283075"/>
                </a:cubicBezTo>
                <a:cubicBezTo>
                  <a:pt x="188383" y="1365625"/>
                  <a:pt x="340783" y="1475162"/>
                  <a:pt x="566208" y="1473575"/>
                </a:cubicBezTo>
                <a:cubicBezTo>
                  <a:pt x="791633" y="1471988"/>
                  <a:pt x="1220258" y="1360862"/>
                  <a:pt x="1452033" y="1273550"/>
                </a:cubicBezTo>
                <a:cubicBezTo>
                  <a:pt x="1683808" y="1186238"/>
                  <a:pt x="1885421" y="1117975"/>
                  <a:pt x="1956858" y="949700"/>
                </a:cubicBezTo>
                <a:cubicBezTo>
                  <a:pt x="2028296" y="781425"/>
                  <a:pt x="1953683" y="419475"/>
                  <a:pt x="1880658" y="263900"/>
                </a:cubicBezTo>
                <a:cubicBezTo>
                  <a:pt x="1807633" y="108325"/>
                  <a:pt x="1661583" y="71813"/>
                  <a:pt x="1528233" y="35300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3" name="Google Shape;943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0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40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7" name="Google Shape;947;p40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8" name="Google Shape;948;p40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0" name="Google Shape;950;p40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40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40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40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0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0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0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0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0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0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0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0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0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0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0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0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0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0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0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0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0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40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p40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40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6" name="Google Shape;976;p40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7" name="Google Shape;977;p40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40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9" name="Google Shape;979;p40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40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40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40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40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40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40"/>
          <p:cNvSpPr txBox="1"/>
          <p:nvPr/>
        </p:nvSpPr>
        <p:spPr>
          <a:xfrm>
            <a:off x="6153150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40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7" name="Google Shape;987;p40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8" name="Google Shape;988;p40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40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0" name="Google Shape;990;p40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1"/>
          <p:cNvSpPr/>
          <p:nvPr/>
        </p:nvSpPr>
        <p:spPr>
          <a:xfrm>
            <a:off x="5662057" y="1679586"/>
            <a:ext cx="1847987" cy="2463574"/>
          </a:xfrm>
          <a:custGeom>
            <a:avLst/>
            <a:gdLst/>
            <a:ahLst/>
            <a:cxnLst/>
            <a:rect l="l" t="t" r="r" b="b"/>
            <a:pathLst>
              <a:path w="1847987" h="2463574" extrusionOk="0">
                <a:moveTo>
                  <a:pt x="1395968" y="6339"/>
                </a:moveTo>
                <a:cubicBezTo>
                  <a:pt x="1224518" y="28564"/>
                  <a:pt x="902255" y="77777"/>
                  <a:pt x="691118" y="244464"/>
                </a:cubicBezTo>
                <a:cubicBezTo>
                  <a:pt x="479980" y="411152"/>
                  <a:pt x="237093" y="681027"/>
                  <a:pt x="129143" y="1006464"/>
                </a:cubicBezTo>
                <a:cubicBezTo>
                  <a:pt x="21193" y="1331902"/>
                  <a:pt x="-50244" y="1960552"/>
                  <a:pt x="43418" y="2197089"/>
                </a:cubicBezTo>
                <a:cubicBezTo>
                  <a:pt x="137080" y="2433626"/>
                  <a:pt x="459343" y="2520939"/>
                  <a:pt x="691118" y="2425689"/>
                </a:cubicBezTo>
                <a:cubicBezTo>
                  <a:pt x="922893" y="2330439"/>
                  <a:pt x="1243568" y="1936739"/>
                  <a:pt x="1434068" y="1625589"/>
                </a:cubicBezTo>
                <a:cubicBezTo>
                  <a:pt x="1624568" y="1314439"/>
                  <a:pt x="1786493" y="811201"/>
                  <a:pt x="1834118" y="558789"/>
                </a:cubicBezTo>
                <a:cubicBezTo>
                  <a:pt x="1881743" y="306377"/>
                  <a:pt x="1797605" y="201601"/>
                  <a:pt x="1719818" y="111114"/>
                </a:cubicBezTo>
                <a:cubicBezTo>
                  <a:pt x="1642031" y="20627"/>
                  <a:pt x="1567418" y="-15886"/>
                  <a:pt x="1395968" y="6339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1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41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41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41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003" name="Google Shape;1003;p41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005" name="Google Shape;1005;p41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1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1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1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1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41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1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1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1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41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1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1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1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1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1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1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1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1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6" name="Google Shape;1026;p41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7" name="Google Shape;1027;p41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p41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9" name="Google Shape;1029;p41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Google Shape;1030;p41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1" name="Google Shape;1031;p41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p41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3" name="Google Shape;1033;p41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4" name="Google Shape;1034;p41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5" name="Google Shape;1035;p41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41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7" name="Google Shape;1037;p41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41"/>
          <p:cNvSpPr txBox="1"/>
          <p:nvPr/>
        </p:nvSpPr>
        <p:spPr>
          <a:xfrm>
            <a:off x="6153150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41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41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41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41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3" name="Google Shape;1043;p41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2"/>
          <p:cNvSpPr/>
          <p:nvPr/>
        </p:nvSpPr>
        <p:spPr>
          <a:xfrm>
            <a:off x="5666738" y="893659"/>
            <a:ext cx="1907796" cy="3226229"/>
          </a:xfrm>
          <a:custGeom>
            <a:avLst/>
            <a:gdLst/>
            <a:ahLst/>
            <a:cxnLst/>
            <a:rect l="l" t="t" r="r" b="b"/>
            <a:pathLst>
              <a:path w="1907796" h="3226229" extrusionOk="0">
                <a:moveTo>
                  <a:pt x="1496062" y="39791"/>
                </a:moveTo>
                <a:cubicBezTo>
                  <a:pt x="1299212" y="-44347"/>
                  <a:pt x="927737" y="-1484"/>
                  <a:pt x="724537" y="230291"/>
                </a:cubicBezTo>
                <a:cubicBezTo>
                  <a:pt x="521337" y="462066"/>
                  <a:pt x="397512" y="1079604"/>
                  <a:pt x="276862" y="1430441"/>
                </a:cubicBezTo>
                <a:cubicBezTo>
                  <a:pt x="156212" y="1781279"/>
                  <a:pt x="10162" y="2054329"/>
                  <a:pt x="637" y="2335316"/>
                </a:cubicBezTo>
                <a:cubicBezTo>
                  <a:pt x="-8888" y="2616304"/>
                  <a:pt x="89537" y="2973491"/>
                  <a:pt x="219712" y="3116366"/>
                </a:cubicBezTo>
                <a:cubicBezTo>
                  <a:pt x="349887" y="3259241"/>
                  <a:pt x="616587" y="3237016"/>
                  <a:pt x="781687" y="3192566"/>
                </a:cubicBezTo>
                <a:cubicBezTo>
                  <a:pt x="946787" y="3148116"/>
                  <a:pt x="1064262" y="3059216"/>
                  <a:pt x="1210312" y="2849666"/>
                </a:cubicBezTo>
                <a:cubicBezTo>
                  <a:pt x="1356362" y="2640116"/>
                  <a:pt x="1542100" y="2287691"/>
                  <a:pt x="1657987" y="1935266"/>
                </a:cubicBezTo>
                <a:cubicBezTo>
                  <a:pt x="1773875" y="1582841"/>
                  <a:pt x="1927862" y="1051029"/>
                  <a:pt x="1905637" y="735116"/>
                </a:cubicBezTo>
                <a:cubicBezTo>
                  <a:pt x="1883412" y="419203"/>
                  <a:pt x="1692912" y="123929"/>
                  <a:pt x="1496062" y="39791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9" name="Google Shape;1049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1" name="Google Shape;1051;p42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2" name="Google Shape;1052;p42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3" name="Google Shape;1053;p42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42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5" name="Google Shape;1055;p42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056" name="Google Shape;1056;p42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059" name="Google Shape;1059;p42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42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2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2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2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42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2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42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2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42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42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42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2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42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2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42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42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2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42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9" name="Google Shape;1079;p42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0" name="Google Shape;1080;p42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1" name="Google Shape;1081;p42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2" name="Google Shape;1082;p42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3" name="Google Shape;1083;p42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4" name="Google Shape;1084;p42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5" name="Google Shape;1085;p42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6" name="Google Shape;1086;p42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42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42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9" name="Google Shape;1089;p42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0" name="Google Shape;1090;p42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42"/>
          <p:cNvSpPr txBox="1"/>
          <p:nvPr/>
        </p:nvSpPr>
        <p:spPr>
          <a:xfrm>
            <a:off x="6212413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42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42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4" name="Google Shape;1094;p42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5" name="Google Shape;1095;p42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42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3"/>
          <p:cNvSpPr/>
          <p:nvPr/>
        </p:nvSpPr>
        <p:spPr>
          <a:xfrm>
            <a:off x="5666738" y="893659"/>
            <a:ext cx="1907796" cy="3226229"/>
          </a:xfrm>
          <a:custGeom>
            <a:avLst/>
            <a:gdLst/>
            <a:ahLst/>
            <a:cxnLst/>
            <a:rect l="l" t="t" r="r" b="b"/>
            <a:pathLst>
              <a:path w="1907796" h="3226229" extrusionOk="0">
                <a:moveTo>
                  <a:pt x="1496062" y="39791"/>
                </a:moveTo>
                <a:cubicBezTo>
                  <a:pt x="1299212" y="-44347"/>
                  <a:pt x="927737" y="-1484"/>
                  <a:pt x="724537" y="230291"/>
                </a:cubicBezTo>
                <a:cubicBezTo>
                  <a:pt x="521337" y="462066"/>
                  <a:pt x="397512" y="1079604"/>
                  <a:pt x="276862" y="1430441"/>
                </a:cubicBezTo>
                <a:cubicBezTo>
                  <a:pt x="156212" y="1781279"/>
                  <a:pt x="10162" y="2054329"/>
                  <a:pt x="637" y="2335316"/>
                </a:cubicBezTo>
                <a:cubicBezTo>
                  <a:pt x="-8888" y="2616304"/>
                  <a:pt x="89537" y="2973491"/>
                  <a:pt x="219712" y="3116366"/>
                </a:cubicBezTo>
                <a:cubicBezTo>
                  <a:pt x="349887" y="3259241"/>
                  <a:pt x="616587" y="3237016"/>
                  <a:pt x="781687" y="3192566"/>
                </a:cubicBezTo>
                <a:cubicBezTo>
                  <a:pt x="946787" y="3148116"/>
                  <a:pt x="1064262" y="3059216"/>
                  <a:pt x="1210312" y="2849666"/>
                </a:cubicBezTo>
                <a:cubicBezTo>
                  <a:pt x="1356362" y="2640116"/>
                  <a:pt x="1542100" y="2287691"/>
                  <a:pt x="1657987" y="1935266"/>
                </a:cubicBezTo>
                <a:cubicBezTo>
                  <a:pt x="1773875" y="1582841"/>
                  <a:pt x="1927862" y="1051029"/>
                  <a:pt x="1905637" y="735116"/>
                </a:cubicBezTo>
                <a:cubicBezTo>
                  <a:pt x="1883412" y="419203"/>
                  <a:pt x="1692912" y="123929"/>
                  <a:pt x="1496062" y="39791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43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3" name="Google Shape;1103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3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5" name="Google Shape;1105;p43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06" name="Google Shape;1106;p43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07" name="Google Shape;1107;p43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8" name="Google Shape;1108;p43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9" name="Google Shape;1109;p43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110" name="Google Shape;1110;p43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111" name="Google Shape;1111;p43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112" name="Google Shape;1112;p43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13" name="Google Shape;1113;p43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3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43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43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43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43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43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43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43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43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3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43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43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43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3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3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3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3" name="Google Shape;1133;p43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4" name="Google Shape;1134;p43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5" name="Google Shape;1135;p43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6" name="Google Shape;1136;p43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7" name="Google Shape;1137;p43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8" name="Google Shape;1138;p43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43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0" name="Google Shape;1140;p43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1" name="Google Shape;1141;p43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2" name="Google Shape;1142;p43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3" name="Google Shape;1143;p43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4" name="Google Shape;1144;p43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Google Shape;1145;p43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6" name="Google Shape;1146;p43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7" name="Google Shape;1147;p43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8" name="Google Shape;1148;p43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9" name="Google Shape;1149;p43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0" name="Google Shape;1150;p43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4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6" name="Google Shape;1156;p44"/>
          <p:cNvSpPr/>
          <p:nvPr/>
        </p:nvSpPr>
        <p:spPr>
          <a:xfrm>
            <a:off x="3753843" y="849160"/>
            <a:ext cx="3797808" cy="3238476"/>
          </a:xfrm>
          <a:custGeom>
            <a:avLst/>
            <a:gdLst/>
            <a:ahLst/>
            <a:cxnLst/>
            <a:rect l="l" t="t" r="r" b="b"/>
            <a:pathLst>
              <a:path w="3797808" h="3238476" extrusionOk="0">
                <a:moveTo>
                  <a:pt x="132357" y="1179665"/>
                </a:moveTo>
                <a:cubicBezTo>
                  <a:pt x="-21630" y="1389215"/>
                  <a:pt x="-50206" y="1484465"/>
                  <a:pt x="94257" y="1703540"/>
                </a:cubicBezTo>
                <a:cubicBezTo>
                  <a:pt x="238720" y="1922615"/>
                  <a:pt x="699095" y="2276628"/>
                  <a:pt x="999132" y="2494115"/>
                </a:cubicBezTo>
                <a:cubicBezTo>
                  <a:pt x="1299169" y="2711602"/>
                  <a:pt x="1616670" y="2884640"/>
                  <a:pt x="1894482" y="3008465"/>
                </a:cubicBezTo>
                <a:cubicBezTo>
                  <a:pt x="2172294" y="3132290"/>
                  <a:pt x="2458045" y="3252940"/>
                  <a:pt x="2666007" y="3237065"/>
                </a:cubicBezTo>
                <a:cubicBezTo>
                  <a:pt x="2873970" y="3221190"/>
                  <a:pt x="2970807" y="3197378"/>
                  <a:pt x="3142257" y="2913215"/>
                </a:cubicBezTo>
                <a:cubicBezTo>
                  <a:pt x="3313707" y="2629053"/>
                  <a:pt x="3596282" y="1986115"/>
                  <a:pt x="3694707" y="1532090"/>
                </a:cubicBezTo>
                <a:cubicBezTo>
                  <a:pt x="3793132" y="1078065"/>
                  <a:pt x="3848694" y="438302"/>
                  <a:pt x="3732807" y="189065"/>
                </a:cubicBezTo>
                <a:cubicBezTo>
                  <a:pt x="3616920" y="-60172"/>
                  <a:pt x="3451819" y="-6197"/>
                  <a:pt x="2999382" y="36665"/>
                </a:cubicBezTo>
                <a:cubicBezTo>
                  <a:pt x="2546945" y="79527"/>
                  <a:pt x="1496019" y="252565"/>
                  <a:pt x="1018182" y="446240"/>
                </a:cubicBezTo>
                <a:cubicBezTo>
                  <a:pt x="540345" y="639915"/>
                  <a:pt x="286344" y="970115"/>
                  <a:pt x="132357" y="117966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7" name="Google Shape;1157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44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60" name="Google Shape;1160;p44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61" name="Google Shape;1161;p44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2" name="Google Shape;1162;p44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3" name="Google Shape;1163;p44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164" name="Google Shape;1164;p44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165" name="Google Shape;1165;p44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166" name="Google Shape;1166;p44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67" name="Google Shape;1167;p44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4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44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4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4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4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4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4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4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4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4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4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4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4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4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44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4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4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4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4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7" name="Google Shape;1187;p44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8" name="Google Shape;1188;p44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9" name="Google Shape;1189;p44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0" name="Google Shape;1190;p44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1" name="Google Shape;1191;p44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2" name="Google Shape;1192;p44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3" name="Google Shape;1193;p44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4" name="Google Shape;1194;p44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5" name="Google Shape;1195;p44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6" name="Google Shape;1196;p44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7" name="Google Shape;1197;p44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8" name="Google Shape;1198;p44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9" name="Google Shape;1199;p44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0" name="Google Shape;1200;p44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1" name="Google Shape;1201;p44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2" name="Google Shape;1202;p44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3" name="Google Shape;1203;p44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4" name="Google Shape;1204;p44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5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0" name="Google Shape;1210;p45"/>
          <p:cNvSpPr/>
          <p:nvPr/>
        </p:nvSpPr>
        <p:spPr>
          <a:xfrm>
            <a:off x="3753843" y="849160"/>
            <a:ext cx="3797808" cy="3238476"/>
          </a:xfrm>
          <a:custGeom>
            <a:avLst/>
            <a:gdLst/>
            <a:ahLst/>
            <a:cxnLst/>
            <a:rect l="l" t="t" r="r" b="b"/>
            <a:pathLst>
              <a:path w="3797808" h="3238476" extrusionOk="0">
                <a:moveTo>
                  <a:pt x="132357" y="1179665"/>
                </a:moveTo>
                <a:cubicBezTo>
                  <a:pt x="-21630" y="1389215"/>
                  <a:pt x="-50206" y="1484465"/>
                  <a:pt x="94257" y="1703540"/>
                </a:cubicBezTo>
                <a:cubicBezTo>
                  <a:pt x="238720" y="1922615"/>
                  <a:pt x="699095" y="2276628"/>
                  <a:pt x="999132" y="2494115"/>
                </a:cubicBezTo>
                <a:cubicBezTo>
                  <a:pt x="1299169" y="2711602"/>
                  <a:pt x="1616670" y="2884640"/>
                  <a:pt x="1894482" y="3008465"/>
                </a:cubicBezTo>
                <a:cubicBezTo>
                  <a:pt x="2172294" y="3132290"/>
                  <a:pt x="2458045" y="3252940"/>
                  <a:pt x="2666007" y="3237065"/>
                </a:cubicBezTo>
                <a:cubicBezTo>
                  <a:pt x="2873970" y="3221190"/>
                  <a:pt x="2970807" y="3197378"/>
                  <a:pt x="3142257" y="2913215"/>
                </a:cubicBezTo>
                <a:cubicBezTo>
                  <a:pt x="3313707" y="2629053"/>
                  <a:pt x="3596282" y="1986115"/>
                  <a:pt x="3694707" y="1532090"/>
                </a:cubicBezTo>
                <a:cubicBezTo>
                  <a:pt x="3793132" y="1078065"/>
                  <a:pt x="3848694" y="438302"/>
                  <a:pt x="3732807" y="189065"/>
                </a:cubicBezTo>
                <a:cubicBezTo>
                  <a:pt x="3616920" y="-60172"/>
                  <a:pt x="3451819" y="-6197"/>
                  <a:pt x="2999382" y="36665"/>
                </a:cubicBezTo>
                <a:cubicBezTo>
                  <a:pt x="2546945" y="79527"/>
                  <a:pt x="1496019" y="252565"/>
                  <a:pt x="1018182" y="446240"/>
                </a:cubicBezTo>
                <a:cubicBezTo>
                  <a:pt x="540345" y="639915"/>
                  <a:pt x="286344" y="970115"/>
                  <a:pt x="132357" y="117966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1" name="Google Shape;1211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213" name="Google Shape;1213;p45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214" name="Google Shape;1214;p45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15" name="Google Shape;1215;p45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6" name="Google Shape;1216;p45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7" name="Google Shape;1217;p45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218" name="Google Shape;1218;p45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219" name="Google Shape;1219;p45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220" name="Google Shape;1220;p45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221" name="Google Shape;1221;p45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5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5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5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5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5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5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5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1" name="Google Shape;1241;p45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2" name="Google Shape;1242;p45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3" name="Google Shape;1243;p45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4" name="Google Shape;1244;p45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5" name="Google Shape;1245;p45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6" name="Google Shape;1246;p45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7" name="Google Shape;1247;p45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8" name="Google Shape;1248;p45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9" name="Google Shape;1249;p45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0" name="Google Shape;1250;p45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1" name="Google Shape;1251;p45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2" name="Google Shape;1252;p45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3" name="Google Shape;1253;p45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4" name="Google Shape;1254;p45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5" name="Google Shape;1255;p45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6" name="Google Shape;1256;p45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7" name="Google Shape;1257;p45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8" name="Google Shape;1258;p45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6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4" name="Google Shape;1264;p46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267" name="Google Shape;1267;p46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268" name="Google Shape;1268;p46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270" name="Google Shape;1270;p46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1" name="Google Shape;1271;p46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272" name="Google Shape;1272;p46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273" name="Google Shape;1273;p46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274" name="Google Shape;1274;p46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275" name="Google Shape;1275;p46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6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6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6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6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6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6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6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6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6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6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6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6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6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6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6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6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6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6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6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5" name="Google Shape;1295;p46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6" name="Google Shape;1296;p46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7" name="Google Shape;1297;p46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8" name="Google Shape;1298;p46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9" name="Google Shape;1299;p46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0" name="Google Shape;1300;p46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1" name="Google Shape;1301;p46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2" name="Google Shape;1302;p46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3" name="Google Shape;1303;p46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4" name="Google Shape;1304;p46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5" name="Google Shape;1305;p46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6" name="Google Shape;1306;p46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7" name="Google Shape;1307;p46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8" name="Google Shape;1308;p46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9" name="Google Shape;1309;p46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0" name="Google Shape;1310;p46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7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8" name="Google Shape;1318;p47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9" name="Google Shape;1319;p4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7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321" name="Google Shape;1321;p47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322" name="Google Shape;1322;p47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323" name="Google Shape;1323;p47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324" name="Google Shape;1324;p47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5" name="Google Shape;1325;p47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326" name="Google Shape;1326;p47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327" name="Google Shape;1327;p47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328" name="Google Shape;1328;p47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329" name="Google Shape;1329;p47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7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7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7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7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7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7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7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7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7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7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7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47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7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47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7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7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47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7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7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9" name="Google Shape;1349;p47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0" name="Google Shape;1350;p47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1" name="Google Shape;1351;p47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2" name="Google Shape;1352;p47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3" name="Google Shape;1353;p47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4" name="Google Shape;1354;p47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5" name="Google Shape;1355;p47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6" name="Google Shape;1356;p47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7" name="Google Shape;1357;p47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8" name="Google Shape;1358;p47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9" name="Google Shape;1359;p47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0" name="Google Shape;1360;p47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1" name="Google Shape;1361;p47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2" name="Google Shape;1362;p47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3" name="Google Shape;1363;p47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4" name="Google Shape;1364;p47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5" name="Google Shape;1365;p47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6" name="Google Shape;1366;p47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8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2" name="Google Shape;1372;p48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3" name="Google Shape;1373;p4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8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375" name="Google Shape;1375;p48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376" name="Google Shape;1376;p48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377" name="Google Shape;1377;p48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378" name="Google Shape;1378;p48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9" name="Google Shape;1379;p48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380" name="Google Shape;1380;p48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381" name="Google Shape;1381;p48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382" name="Google Shape;1382;p48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383" name="Google Shape;1383;p48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8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8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48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8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8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8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8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8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8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8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8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8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8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8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8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8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8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8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48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3" name="Google Shape;1403;p48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4" name="Google Shape;1404;p48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5" name="Google Shape;1405;p48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6" name="Google Shape;1406;p48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7" name="Google Shape;1407;p48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8" name="Google Shape;1408;p48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9" name="Google Shape;1409;p48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0" name="Google Shape;1410;p48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1" name="Google Shape;1411;p48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2" name="Google Shape;1412;p48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3" name="Google Shape;1413;p48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4" name="Google Shape;1414;p48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5" name="Google Shape;1415;p48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6" name="Google Shape;1416;p48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7" name="Google Shape;1417;p48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8" name="Google Shape;1418;p48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9" name="Google Shape;1419;p48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0" name="Google Shape;1420;p48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49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6" name="Google Shape;1426;p49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7" name="Google Shape;1427;p4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49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29" name="Google Shape;1429;p49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430" name="Google Shape;1430;p49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431" name="Google Shape;1431;p49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432" name="Google Shape;1432;p49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433" name="Google Shape;1433;p49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434" name="Google Shape;1434;p49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435" name="Google Shape;1435;p49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436" name="Google Shape;1436;p49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437" name="Google Shape;1437;p49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9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9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49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9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9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49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49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49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49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49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9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9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9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9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49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49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49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9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9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7" name="Google Shape;1457;p49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8" name="Google Shape;1458;p49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9" name="Google Shape;1459;p49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0" name="Google Shape;1460;p49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1" name="Google Shape;1461;p49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2" name="Google Shape;1462;p49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3" name="Google Shape;1463;p49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4" name="Google Shape;1464;p49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5" name="Google Shape;1465;p49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6" name="Google Shape;1466;p49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7" name="Google Shape;1467;p49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8" name="Google Shape;1468;p49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9" name="Google Shape;1469;p49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0" name="Google Shape;1470;p49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1" name="Google Shape;1471;p49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2" name="Google Shape;1472;p49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3" name="Google Shape;1473;p49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4" name="Google Shape;1474;p49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50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0" name="Google Shape;1480;p50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1" name="Google Shape;1481;p5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50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83" name="Google Shape;1483;p50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484" name="Google Shape;1484;p50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485" name="Google Shape;1485;p50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486" name="Google Shape;1486;p50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487" name="Google Shape;1487;p50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488" name="Google Shape;1488;p50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489" name="Google Shape;1489;p50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490" name="Google Shape;1490;p50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491" name="Google Shape;1491;p50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50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50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50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50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0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50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50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50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50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50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50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50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50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50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50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50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50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50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50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1" name="Google Shape;1511;p50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50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3" name="Google Shape;1513;p50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4" name="Google Shape;1514;p50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5" name="Google Shape;1515;p50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6" name="Google Shape;1516;p50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7" name="Google Shape;1517;p50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8" name="Google Shape;1518;p50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9" name="Google Shape;1519;p50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0" name="Google Shape;1520;p50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1" name="Google Shape;1521;p50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2" name="Google Shape;1522;p50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3" name="Google Shape;1523;p50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4" name="Google Shape;1524;p50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5" name="Google Shape;1525;p50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6" name="Google Shape;1526;p50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7" name="Google Shape;1527;p50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8" name="Google Shape;1528;p50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51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4" name="Google Shape;1534;p51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5" name="Google Shape;1535;p5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51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537" name="Google Shape;1537;p51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538" name="Google Shape;1538;p51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539" name="Google Shape;1539;p51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540" name="Google Shape;1540;p51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541" name="Google Shape;1541;p51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542" name="Google Shape;1542;p51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543" name="Google Shape;1543;p51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544" name="Google Shape;1544;p51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545" name="Google Shape;1545;p51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51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51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51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51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51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51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51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51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1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51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1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51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51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51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51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51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1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5" name="Google Shape;1565;p51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6" name="Google Shape;1566;p51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7" name="Google Shape;1567;p51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8" name="Google Shape;1568;p51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9" name="Google Shape;1569;p51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0" name="Google Shape;1570;p51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1" name="Google Shape;1571;p51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2" name="Google Shape;1572;p51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3" name="Google Shape;1573;p51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4" name="Google Shape;1574;p51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5" name="Google Shape;1575;p51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6" name="Google Shape;1576;p51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7" name="Google Shape;1577;p51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8" name="Google Shape;1578;p51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9" name="Google Shape;1579;p51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0" name="Google Shape;1580;p51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1" name="Google Shape;1581;p51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2" name="Google Shape;1582;p51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5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8" name="Google Shape;1588;p5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minimum spanning tree for following graph.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9" name="Google Shape;1589;p52"/>
          <p:cNvSpPr/>
          <p:nvPr/>
        </p:nvSpPr>
        <p:spPr>
          <a:xfrm>
            <a:off x="1219200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1590" name="Google Shape;1590;p52"/>
          <p:cNvSpPr/>
          <p:nvPr/>
        </p:nvSpPr>
        <p:spPr>
          <a:xfrm>
            <a:off x="2286000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1" name="Google Shape;1591;p52"/>
          <p:cNvSpPr/>
          <p:nvPr/>
        </p:nvSpPr>
        <p:spPr>
          <a:xfrm>
            <a:off x="3630612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2" name="Google Shape;1592;p52"/>
          <p:cNvSpPr/>
          <p:nvPr/>
        </p:nvSpPr>
        <p:spPr>
          <a:xfrm>
            <a:off x="4975224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3" name="Google Shape;1593;p52"/>
          <p:cNvSpPr/>
          <p:nvPr/>
        </p:nvSpPr>
        <p:spPr>
          <a:xfrm>
            <a:off x="6348411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4" name="Google Shape;1594;p52"/>
          <p:cNvSpPr/>
          <p:nvPr/>
        </p:nvSpPr>
        <p:spPr>
          <a:xfrm>
            <a:off x="3630611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5" name="Google Shape;1595;p52"/>
          <p:cNvSpPr/>
          <p:nvPr/>
        </p:nvSpPr>
        <p:spPr>
          <a:xfrm>
            <a:off x="2285999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6" name="Google Shape;1596;p52"/>
          <p:cNvSpPr/>
          <p:nvPr/>
        </p:nvSpPr>
        <p:spPr>
          <a:xfrm>
            <a:off x="3630612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7" name="Google Shape;1597;p52"/>
          <p:cNvSpPr/>
          <p:nvPr/>
        </p:nvSpPr>
        <p:spPr>
          <a:xfrm>
            <a:off x="4975225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/>
          </a:p>
        </p:txBody>
      </p:sp>
      <p:cxnSp>
        <p:nvCxnSpPr>
          <p:cNvPr id="1598" name="Google Shape;1598;p52"/>
          <p:cNvCxnSpPr>
            <a:stCxn id="1591" idx="2"/>
            <a:endCxn id="1590" idx="6"/>
          </p:cNvCxnSpPr>
          <p:nvPr/>
        </p:nvCxnSpPr>
        <p:spPr>
          <a:xfrm rot="10800000">
            <a:off x="2841612" y="31027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599" name="Google Shape;1599;p52"/>
          <p:cNvCxnSpPr>
            <a:stCxn id="1589" idx="7"/>
            <a:endCxn id="1590" idx="3"/>
          </p:cNvCxnSpPr>
          <p:nvPr/>
        </p:nvCxnSpPr>
        <p:spPr>
          <a:xfrm rot="10800000" flipH="1">
            <a:off x="1693456" y="3303197"/>
            <a:ext cx="6738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0" name="Google Shape;1600;p52"/>
          <p:cNvCxnSpPr>
            <a:stCxn id="1595" idx="1"/>
            <a:endCxn id="1589" idx="5"/>
          </p:cNvCxnSpPr>
          <p:nvPr/>
        </p:nvCxnSpPr>
        <p:spPr>
          <a:xfrm rot="10800000">
            <a:off x="1693568" y="4293797"/>
            <a:ext cx="6738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1" name="Google Shape;1601;p52"/>
          <p:cNvCxnSpPr>
            <a:stCxn id="1596" idx="2"/>
            <a:endCxn id="1595" idx="6"/>
          </p:cNvCxnSpPr>
          <p:nvPr/>
        </p:nvCxnSpPr>
        <p:spPr>
          <a:xfrm rot="10800000">
            <a:off x="2841612" y="50839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2" name="Google Shape;1602;p52"/>
          <p:cNvCxnSpPr>
            <a:stCxn id="1592" idx="2"/>
            <a:endCxn id="1591" idx="6"/>
          </p:cNvCxnSpPr>
          <p:nvPr/>
        </p:nvCxnSpPr>
        <p:spPr>
          <a:xfrm rot="10800000">
            <a:off x="4186224" y="31027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3" name="Google Shape;1603;p52"/>
          <p:cNvCxnSpPr>
            <a:stCxn id="1593" idx="1"/>
            <a:endCxn id="1592" idx="6"/>
          </p:cNvCxnSpPr>
          <p:nvPr/>
        </p:nvCxnSpPr>
        <p:spPr>
          <a:xfrm rot="10800000">
            <a:off x="5530980" y="3102797"/>
            <a:ext cx="898800" cy="79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4" name="Google Shape;1604;p52"/>
          <p:cNvCxnSpPr>
            <a:stCxn id="1593" idx="3"/>
            <a:endCxn id="1597" idx="7"/>
          </p:cNvCxnSpPr>
          <p:nvPr/>
        </p:nvCxnSpPr>
        <p:spPr>
          <a:xfrm flipH="1">
            <a:off x="5449380" y="4293741"/>
            <a:ext cx="9804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5" name="Google Shape;1605;p52"/>
          <p:cNvCxnSpPr>
            <a:stCxn id="1597" idx="2"/>
            <a:endCxn id="1596" idx="6"/>
          </p:cNvCxnSpPr>
          <p:nvPr/>
        </p:nvCxnSpPr>
        <p:spPr>
          <a:xfrm rot="10800000">
            <a:off x="4186225" y="50839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6" name="Google Shape;1606;p52"/>
          <p:cNvCxnSpPr>
            <a:stCxn id="1595" idx="0"/>
            <a:endCxn id="1590" idx="4"/>
          </p:cNvCxnSpPr>
          <p:nvPr/>
        </p:nvCxnSpPr>
        <p:spPr>
          <a:xfrm rot="10800000">
            <a:off x="2563812" y="3386100"/>
            <a:ext cx="0" cy="141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7" name="Google Shape;1607;p52"/>
          <p:cNvCxnSpPr>
            <a:stCxn id="1597" idx="0"/>
            <a:endCxn id="1592" idx="4"/>
          </p:cNvCxnSpPr>
          <p:nvPr/>
        </p:nvCxnSpPr>
        <p:spPr>
          <a:xfrm rot="10800000">
            <a:off x="5253038" y="3386100"/>
            <a:ext cx="0" cy="141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8" name="Google Shape;1608;p52"/>
          <p:cNvCxnSpPr>
            <a:stCxn id="1594" idx="3"/>
            <a:endCxn id="1595" idx="7"/>
          </p:cNvCxnSpPr>
          <p:nvPr/>
        </p:nvCxnSpPr>
        <p:spPr>
          <a:xfrm flipH="1">
            <a:off x="2760380" y="4293741"/>
            <a:ext cx="9516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9" name="Google Shape;1609;p52"/>
          <p:cNvCxnSpPr>
            <a:stCxn id="1597" idx="1"/>
            <a:endCxn id="1591" idx="5"/>
          </p:cNvCxnSpPr>
          <p:nvPr/>
        </p:nvCxnSpPr>
        <p:spPr>
          <a:xfrm rot="10800000">
            <a:off x="4104994" y="3303197"/>
            <a:ext cx="951600" cy="158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10" name="Google Shape;1610;p52"/>
          <p:cNvCxnSpPr>
            <a:stCxn id="1594" idx="0"/>
            <a:endCxn id="1591" idx="4"/>
          </p:cNvCxnSpPr>
          <p:nvPr/>
        </p:nvCxnSpPr>
        <p:spPr>
          <a:xfrm rot="10800000">
            <a:off x="3908423" y="33861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11" name="Google Shape;1611;p52"/>
          <p:cNvCxnSpPr>
            <a:stCxn id="1596" idx="0"/>
            <a:endCxn id="1594" idx="4"/>
          </p:cNvCxnSpPr>
          <p:nvPr/>
        </p:nvCxnSpPr>
        <p:spPr>
          <a:xfrm rot="10800000">
            <a:off x="3908425" y="4376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1612" name="Google Shape;1612;p52"/>
          <p:cNvSpPr txBox="1"/>
          <p:nvPr/>
        </p:nvSpPr>
        <p:spPr>
          <a:xfrm>
            <a:off x="1793080" y="330314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13" name="Google Shape;1613;p52"/>
          <p:cNvSpPr txBox="1"/>
          <p:nvPr/>
        </p:nvSpPr>
        <p:spPr>
          <a:xfrm>
            <a:off x="3086077" y="280035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614" name="Google Shape;1614;p52"/>
          <p:cNvSpPr txBox="1"/>
          <p:nvPr/>
        </p:nvSpPr>
        <p:spPr>
          <a:xfrm>
            <a:off x="4451777" y="280035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52"/>
          <p:cNvSpPr txBox="1"/>
          <p:nvPr/>
        </p:nvSpPr>
        <p:spPr>
          <a:xfrm>
            <a:off x="5917900" y="31865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616" name="Google Shape;1616;p52"/>
          <p:cNvSpPr txBox="1"/>
          <p:nvPr/>
        </p:nvSpPr>
        <p:spPr>
          <a:xfrm>
            <a:off x="5893248" y="4514265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617" name="Google Shape;1617;p52"/>
          <p:cNvSpPr txBox="1"/>
          <p:nvPr/>
        </p:nvSpPr>
        <p:spPr>
          <a:xfrm>
            <a:off x="5253038" y="381000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1618" name="Google Shape;1618;p52"/>
          <p:cNvSpPr txBox="1"/>
          <p:nvPr/>
        </p:nvSpPr>
        <p:spPr>
          <a:xfrm>
            <a:off x="4517336" y="37554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19" name="Google Shape;1619;p52"/>
          <p:cNvSpPr txBox="1"/>
          <p:nvPr/>
        </p:nvSpPr>
        <p:spPr>
          <a:xfrm>
            <a:off x="3630612" y="338613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20" name="Google Shape;1620;p52"/>
          <p:cNvSpPr txBox="1"/>
          <p:nvPr/>
        </p:nvSpPr>
        <p:spPr>
          <a:xfrm>
            <a:off x="3630612" y="44040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621" name="Google Shape;1621;p52"/>
          <p:cNvSpPr txBox="1"/>
          <p:nvPr/>
        </p:nvSpPr>
        <p:spPr>
          <a:xfrm>
            <a:off x="4301863" y="473130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22" name="Google Shape;1622;p52"/>
          <p:cNvSpPr txBox="1"/>
          <p:nvPr/>
        </p:nvSpPr>
        <p:spPr>
          <a:xfrm>
            <a:off x="3086076" y="473130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623" name="Google Shape;1623;p52"/>
          <p:cNvSpPr txBox="1"/>
          <p:nvPr/>
        </p:nvSpPr>
        <p:spPr>
          <a:xfrm>
            <a:off x="3086077" y="42193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624" name="Google Shape;1624;p52"/>
          <p:cNvSpPr txBox="1"/>
          <p:nvPr/>
        </p:nvSpPr>
        <p:spPr>
          <a:xfrm>
            <a:off x="1793080" y="417695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625" name="Google Shape;1625;p52"/>
          <p:cNvSpPr txBox="1"/>
          <p:nvPr/>
        </p:nvSpPr>
        <p:spPr>
          <a:xfrm>
            <a:off x="2541543" y="3817144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PresentationFormat>On-screen Show (4:3)</PresentationFormat>
  <Paragraphs>771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Helvetica Neue</vt:lpstr>
      <vt:lpstr>Times New Roman</vt:lpstr>
      <vt:lpstr>Times</vt:lpstr>
      <vt:lpstr>Noto Sans Symbols</vt:lpstr>
      <vt:lpstr>Calibri</vt:lpstr>
      <vt:lpstr>Koi</vt:lpstr>
      <vt:lpstr>Algorithms on graphs</vt:lpstr>
      <vt:lpstr>Outlines</vt:lpstr>
      <vt:lpstr>Graphs</vt:lpstr>
      <vt:lpstr>Travel on graphs</vt:lpstr>
      <vt:lpstr>Topological Sorting</vt:lpstr>
      <vt:lpstr>Naïve algorithms</vt:lpstr>
      <vt:lpstr>Naïve algorithms</vt:lpstr>
      <vt:lpstr>Naïve algorithms</vt:lpstr>
      <vt:lpstr>Naïve algorithms</vt:lpstr>
      <vt:lpstr>Naïve algorithms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Exercises </vt:lpstr>
      <vt:lpstr>Minimum Spanning Trees</vt:lpstr>
      <vt:lpstr>Minimum Spanning Trees</vt:lpstr>
      <vt:lpstr>Cycle Property</vt:lpstr>
      <vt:lpstr>Partition Property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on graphs</dc:title>
  <cp:lastModifiedBy>DHQG</cp:lastModifiedBy>
  <cp:revision>1</cp:revision>
  <dcterms:modified xsi:type="dcterms:W3CDTF">2018-11-21T01:54:48Z</dcterms:modified>
</cp:coreProperties>
</file>